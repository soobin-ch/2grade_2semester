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3"/>
  </p:notesMasterIdLst>
  <p:handoutMasterIdLst>
    <p:handoutMasterId r:id="rId54"/>
  </p:handoutMasterIdLst>
  <p:sldIdLst>
    <p:sldId id="632" r:id="rId2"/>
    <p:sldId id="648" r:id="rId3"/>
    <p:sldId id="1147" r:id="rId4"/>
    <p:sldId id="1148" r:id="rId5"/>
    <p:sldId id="705" r:id="rId6"/>
    <p:sldId id="706" r:id="rId7"/>
    <p:sldId id="707" r:id="rId8"/>
    <p:sldId id="708" r:id="rId9"/>
    <p:sldId id="1154" r:id="rId10"/>
    <p:sldId id="1155" r:id="rId11"/>
    <p:sldId id="1156" r:id="rId12"/>
    <p:sldId id="1157" r:id="rId13"/>
    <p:sldId id="1164" r:id="rId14"/>
    <p:sldId id="1165" r:id="rId15"/>
    <p:sldId id="709" r:id="rId16"/>
    <p:sldId id="1149" r:id="rId17"/>
    <p:sldId id="1150" r:id="rId18"/>
    <p:sldId id="1151" r:id="rId19"/>
    <p:sldId id="1158" r:id="rId20"/>
    <p:sldId id="1170" r:id="rId21"/>
    <p:sldId id="1175" r:id="rId22"/>
    <p:sldId id="1196" r:id="rId23"/>
    <p:sldId id="1197" r:id="rId24"/>
    <p:sldId id="1153" r:id="rId25"/>
    <p:sldId id="1162" r:id="rId26"/>
    <p:sldId id="1163" r:id="rId27"/>
    <p:sldId id="1167" r:id="rId28"/>
    <p:sldId id="1166" r:id="rId29"/>
    <p:sldId id="1168" r:id="rId30"/>
    <p:sldId id="1169" r:id="rId31"/>
    <p:sldId id="1171" r:id="rId32"/>
    <p:sldId id="1172" r:id="rId33"/>
    <p:sldId id="1173" r:id="rId34"/>
    <p:sldId id="1174" r:id="rId35"/>
    <p:sldId id="1176" r:id="rId36"/>
    <p:sldId id="1161" r:id="rId37"/>
    <p:sldId id="1152" r:id="rId38"/>
    <p:sldId id="1159" r:id="rId39"/>
    <p:sldId id="1160" r:id="rId40"/>
    <p:sldId id="1177" r:id="rId41"/>
    <p:sldId id="1178" r:id="rId42"/>
    <p:sldId id="1194" r:id="rId43"/>
    <p:sldId id="1195" r:id="rId44"/>
    <p:sldId id="1181" r:id="rId45"/>
    <p:sldId id="1182" r:id="rId46"/>
    <p:sldId id="1198" r:id="rId47"/>
    <p:sldId id="1193" r:id="rId48"/>
    <p:sldId id="1192" r:id="rId49"/>
    <p:sldId id="1199" r:id="rId50"/>
    <p:sldId id="1200" r:id="rId51"/>
    <p:sldId id="703" r:id="rId52"/>
  </p:sldIdLst>
  <p:sldSz cx="9144000" cy="6858000" type="screen4x3"/>
  <p:notesSz cx="6797675" cy="9928225"/>
  <p:defaultTextStyle>
    <a:defPPr>
      <a:defRPr lang="ko-KR"/>
    </a:defPPr>
    <a:lvl1pPr algn="l" rtl="0" fontAlgn="base" latinLnBrk="1">
      <a:spcBef>
        <a:spcPct val="0"/>
      </a:spcBef>
      <a:spcAft>
        <a:spcPct val="0"/>
      </a:spcAft>
      <a:defRPr kumimoji="1" sz="1600" kern="1200">
        <a:solidFill>
          <a:schemeClr val="tx1"/>
        </a:solidFill>
        <a:latin typeface="HY견고딕" panose="02030600000101010101" pitchFamily="18" charset="-127"/>
        <a:ea typeface="HY견고딕" panose="02030600000101010101" pitchFamily="18" charset="-127"/>
        <a:cs typeface="+mn-cs"/>
      </a:defRPr>
    </a:lvl1pPr>
    <a:lvl2pPr marL="457200" algn="l" rtl="0" fontAlgn="base" latinLnBrk="1">
      <a:spcBef>
        <a:spcPct val="0"/>
      </a:spcBef>
      <a:spcAft>
        <a:spcPct val="0"/>
      </a:spcAft>
      <a:defRPr kumimoji="1" sz="1600" kern="1200">
        <a:solidFill>
          <a:schemeClr val="tx1"/>
        </a:solidFill>
        <a:latin typeface="HY견고딕" panose="02030600000101010101" pitchFamily="18" charset="-127"/>
        <a:ea typeface="HY견고딕" panose="02030600000101010101" pitchFamily="18" charset="-127"/>
        <a:cs typeface="+mn-cs"/>
      </a:defRPr>
    </a:lvl2pPr>
    <a:lvl3pPr marL="914400" algn="l" rtl="0" fontAlgn="base" latinLnBrk="1">
      <a:spcBef>
        <a:spcPct val="0"/>
      </a:spcBef>
      <a:spcAft>
        <a:spcPct val="0"/>
      </a:spcAft>
      <a:defRPr kumimoji="1" sz="1600" kern="1200">
        <a:solidFill>
          <a:schemeClr val="tx1"/>
        </a:solidFill>
        <a:latin typeface="HY견고딕" panose="02030600000101010101" pitchFamily="18" charset="-127"/>
        <a:ea typeface="HY견고딕" panose="02030600000101010101" pitchFamily="18" charset="-127"/>
        <a:cs typeface="+mn-cs"/>
      </a:defRPr>
    </a:lvl3pPr>
    <a:lvl4pPr marL="1371600" algn="l" rtl="0" fontAlgn="base" latinLnBrk="1">
      <a:spcBef>
        <a:spcPct val="0"/>
      </a:spcBef>
      <a:spcAft>
        <a:spcPct val="0"/>
      </a:spcAft>
      <a:defRPr kumimoji="1" sz="1600" kern="1200">
        <a:solidFill>
          <a:schemeClr val="tx1"/>
        </a:solidFill>
        <a:latin typeface="HY견고딕" panose="02030600000101010101" pitchFamily="18" charset="-127"/>
        <a:ea typeface="HY견고딕" panose="02030600000101010101" pitchFamily="18" charset="-127"/>
        <a:cs typeface="+mn-cs"/>
      </a:defRPr>
    </a:lvl4pPr>
    <a:lvl5pPr marL="1828800" algn="l" rtl="0" fontAlgn="base" latinLnBrk="1">
      <a:spcBef>
        <a:spcPct val="0"/>
      </a:spcBef>
      <a:spcAft>
        <a:spcPct val="0"/>
      </a:spcAft>
      <a:defRPr kumimoji="1" sz="1600" kern="1200">
        <a:solidFill>
          <a:schemeClr val="tx1"/>
        </a:solidFill>
        <a:latin typeface="HY견고딕" panose="02030600000101010101" pitchFamily="18" charset="-127"/>
        <a:ea typeface="HY견고딕" panose="02030600000101010101" pitchFamily="18" charset="-127"/>
        <a:cs typeface="+mn-cs"/>
      </a:defRPr>
    </a:lvl5pPr>
    <a:lvl6pPr marL="2286000" algn="l" defTabSz="914400" rtl="0" eaLnBrk="1" latinLnBrk="1" hangingPunct="1">
      <a:defRPr kumimoji="1" sz="1600" kern="1200">
        <a:solidFill>
          <a:schemeClr val="tx1"/>
        </a:solidFill>
        <a:latin typeface="HY견고딕" panose="02030600000101010101" pitchFamily="18" charset="-127"/>
        <a:ea typeface="HY견고딕" panose="02030600000101010101" pitchFamily="18" charset="-127"/>
        <a:cs typeface="+mn-cs"/>
      </a:defRPr>
    </a:lvl6pPr>
    <a:lvl7pPr marL="2743200" algn="l" defTabSz="914400" rtl="0" eaLnBrk="1" latinLnBrk="1" hangingPunct="1">
      <a:defRPr kumimoji="1" sz="1600" kern="1200">
        <a:solidFill>
          <a:schemeClr val="tx1"/>
        </a:solidFill>
        <a:latin typeface="HY견고딕" panose="02030600000101010101" pitchFamily="18" charset="-127"/>
        <a:ea typeface="HY견고딕" panose="02030600000101010101" pitchFamily="18" charset="-127"/>
        <a:cs typeface="+mn-cs"/>
      </a:defRPr>
    </a:lvl7pPr>
    <a:lvl8pPr marL="3200400" algn="l" defTabSz="914400" rtl="0" eaLnBrk="1" latinLnBrk="1" hangingPunct="1">
      <a:defRPr kumimoji="1" sz="1600" kern="1200">
        <a:solidFill>
          <a:schemeClr val="tx1"/>
        </a:solidFill>
        <a:latin typeface="HY견고딕" panose="02030600000101010101" pitchFamily="18" charset="-127"/>
        <a:ea typeface="HY견고딕" panose="02030600000101010101" pitchFamily="18" charset="-127"/>
        <a:cs typeface="+mn-cs"/>
      </a:defRPr>
    </a:lvl8pPr>
    <a:lvl9pPr marL="3657600" algn="l" defTabSz="914400" rtl="0" eaLnBrk="1" latinLnBrk="1" hangingPunct="1">
      <a:defRPr kumimoji="1" sz="1600" kern="1200">
        <a:solidFill>
          <a:schemeClr val="tx1"/>
        </a:solidFill>
        <a:latin typeface="HY견고딕" panose="02030600000101010101" pitchFamily="18" charset="-127"/>
        <a:ea typeface="HY견고딕" panose="02030600000101010101" pitchFamily="18" charset="-127"/>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6699FF"/>
    <a:srgbClr val="CC6600"/>
    <a:srgbClr val="CC9900"/>
    <a:srgbClr val="9900FF"/>
    <a:srgbClr val="FFCC99"/>
    <a:srgbClr val="0000FF"/>
    <a:srgbClr val="CCFF99"/>
    <a:srgbClr val="8585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보통 스타일 2 - 강조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317" autoAdjust="0"/>
    <p:restoredTop sz="94637" autoAdjust="0"/>
  </p:normalViewPr>
  <p:slideViewPr>
    <p:cSldViewPr>
      <p:cViewPr varScale="1">
        <p:scale>
          <a:sx n="101" d="100"/>
          <a:sy n="101" d="100"/>
        </p:scale>
        <p:origin x="114" y="18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00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178" name="Rectangle 2"/>
          <p:cNvSpPr>
            <a:spLocks noGrp="1" noChangeArrowheads="1"/>
          </p:cNvSpPr>
          <p:nvPr>
            <p:ph type="hdr" sz="quarter"/>
          </p:nvPr>
        </p:nvSpPr>
        <p:spPr bwMode="auto">
          <a:xfrm>
            <a:off x="0" y="0"/>
            <a:ext cx="2946400" cy="498475"/>
          </a:xfrm>
          <a:prstGeom prst="rect">
            <a:avLst/>
          </a:prstGeom>
          <a:noFill/>
          <a:ln w="9525">
            <a:noFill/>
            <a:miter lim="800000"/>
            <a:headEnd/>
            <a:tailEnd/>
          </a:ln>
          <a:effectLst/>
        </p:spPr>
        <p:txBody>
          <a:bodyPr vert="horz" wrap="square" lIns="92705" tIns="46353" rIns="92705" bIns="46353" numCol="1" anchor="t" anchorCtr="0" compatLnSpc="1">
            <a:prstTxWarp prst="textNoShape">
              <a:avLst/>
            </a:prstTxWarp>
          </a:bodyPr>
          <a:lstStyle>
            <a:lvl1pPr defTabSz="927100">
              <a:defRPr sz="1200">
                <a:latin typeface="굴림" pitchFamily="50" charset="-127"/>
                <a:ea typeface="굴림" pitchFamily="50" charset="-127"/>
              </a:defRPr>
            </a:lvl1pPr>
          </a:lstStyle>
          <a:p>
            <a:pPr>
              <a:defRPr/>
            </a:pPr>
            <a:endParaRPr lang="en-US" altLang="ko-KR"/>
          </a:p>
        </p:txBody>
      </p:sp>
      <p:sp>
        <p:nvSpPr>
          <p:cNvPr id="50179" name="Rectangle 3"/>
          <p:cNvSpPr>
            <a:spLocks noGrp="1" noChangeArrowheads="1"/>
          </p:cNvSpPr>
          <p:nvPr>
            <p:ph type="dt" sz="quarter" idx="1"/>
          </p:nvPr>
        </p:nvSpPr>
        <p:spPr bwMode="auto">
          <a:xfrm>
            <a:off x="3851275" y="0"/>
            <a:ext cx="2946400" cy="498475"/>
          </a:xfrm>
          <a:prstGeom prst="rect">
            <a:avLst/>
          </a:prstGeom>
          <a:noFill/>
          <a:ln w="9525">
            <a:noFill/>
            <a:miter lim="800000"/>
            <a:headEnd/>
            <a:tailEnd/>
          </a:ln>
          <a:effectLst/>
        </p:spPr>
        <p:txBody>
          <a:bodyPr vert="horz" wrap="square" lIns="92705" tIns="46353" rIns="92705" bIns="46353" numCol="1" anchor="t" anchorCtr="0" compatLnSpc="1">
            <a:prstTxWarp prst="textNoShape">
              <a:avLst/>
            </a:prstTxWarp>
          </a:bodyPr>
          <a:lstStyle>
            <a:lvl1pPr algn="r" defTabSz="927100">
              <a:defRPr sz="1200">
                <a:latin typeface="굴림" pitchFamily="50" charset="-127"/>
                <a:ea typeface="굴림" pitchFamily="50" charset="-127"/>
              </a:defRPr>
            </a:lvl1pPr>
          </a:lstStyle>
          <a:p>
            <a:pPr>
              <a:defRPr/>
            </a:pPr>
            <a:endParaRPr lang="en-US" altLang="ko-KR"/>
          </a:p>
        </p:txBody>
      </p:sp>
      <p:sp>
        <p:nvSpPr>
          <p:cNvPr id="50180" name="Rectangle 4"/>
          <p:cNvSpPr>
            <a:spLocks noGrp="1" noChangeArrowheads="1"/>
          </p:cNvSpPr>
          <p:nvPr>
            <p:ph type="ftr" sz="quarter" idx="2"/>
          </p:nvPr>
        </p:nvSpPr>
        <p:spPr bwMode="auto">
          <a:xfrm>
            <a:off x="0" y="9429750"/>
            <a:ext cx="2946400" cy="498475"/>
          </a:xfrm>
          <a:prstGeom prst="rect">
            <a:avLst/>
          </a:prstGeom>
          <a:noFill/>
          <a:ln w="9525">
            <a:noFill/>
            <a:miter lim="800000"/>
            <a:headEnd/>
            <a:tailEnd/>
          </a:ln>
          <a:effectLst/>
        </p:spPr>
        <p:txBody>
          <a:bodyPr vert="horz" wrap="square" lIns="92705" tIns="46353" rIns="92705" bIns="46353" numCol="1" anchor="b" anchorCtr="0" compatLnSpc="1">
            <a:prstTxWarp prst="textNoShape">
              <a:avLst/>
            </a:prstTxWarp>
          </a:bodyPr>
          <a:lstStyle>
            <a:lvl1pPr defTabSz="927100">
              <a:defRPr sz="1200">
                <a:latin typeface="굴림" pitchFamily="50" charset="-127"/>
                <a:ea typeface="굴림" pitchFamily="50" charset="-127"/>
              </a:defRPr>
            </a:lvl1pPr>
          </a:lstStyle>
          <a:p>
            <a:pPr>
              <a:defRPr/>
            </a:pPr>
            <a:endParaRPr lang="en-US" altLang="ko-KR"/>
          </a:p>
        </p:txBody>
      </p:sp>
      <p:sp>
        <p:nvSpPr>
          <p:cNvPr id="50181" name="Rectangle 5"/>
          <p:cNvSpPr>
            <a:spLocks noGrp="1" noChangeArrowheads="1"/>
          </p:cNvSpPr>
          <p:nvPr>
            <p:ph type="sldNum" sz="quarter" idx="3"/>
          </p:nvPr>
        </p:nvSpPr>
        <p:spPr bwMode="auto">
          <a:xfrm>
            <a:off x="3851275" y="9429750"/>
            <a:ext cx="2946400" cy="498475"/>
          </a:xfrm>
          <a:prstGeom prst="rect">
            <a:avLst/>
          </a:prstGeom>
          <a:noFill/>
          <a:ln w="9525">
            <a:noFill/>
            <a:miter lim="800000"/>
            <a:headEnd/>
            <a:tailEnd/>
          </a:ln>
          <a:effectLst/>
        </p:spPr>
        <p:txBody>
          <a:bodyPr vert="horz" wrap="square" lIns="92705" tIns="46353" rIns="92705" bIns="46353" numCol="1" anchor="b" anchorCtr="0" compatLnSpc="1">
            <a:prstTxWarp prst="textNoShape">
              <a:avLst/>
            </a:prstTxWarp>
          </a:bodyPr>
          <a:lstStyle>
            <a:lvl1pPr algn="r" defTabSz="927100">
              <a:defRPr sz="1200">
                <a:latin typeface="굴림" panose="020B0600000101010101" pitchFamily="50" charset="-127"/>
                <a:ea typeface="굴림" panose="020B0600000101010101" pitchFamily="50" charset="-127"/>
              </a:defRPr>
            </a:lvl1pPr>
          </a:lstStyle>
          <a:p>
            <a:fld id="{6E18D26C-3B1C-4A75-AF3E-A957EA2050B8}" type="slidenum">
              <a:rPr lang="en-US" altLang="ko-KR"/>
              <a:pPr/>
              <a:t>‹#›</a:t>
            </a:fld>
            <a:endParaRPr lang="en-US" altLang="ko-K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46400" cy="498475"/>
          </a:xfrm>
          <a:prstGeom prst="rect">
            <a:avLst/>
          </a:prstGeom>
          <a:noFill/>
          <a:ln w="9525">
            <a:noFill/>
            <a:miter lim="800000"/>
            <a:headEnd/>
            <a:tailEnd/>
          </a:ln>
          <a:effectLst/>
        </p:spPr>
        <p:txBody>
          <a:bodyPr vert="horz" wrap="square" lIns="92705" tIns="46353" rIns="92705" bIns="46353" numCol="1" anchor="t" anchorCtr="0" compatLnSpc="1">
            <a:prstTxWarp prst="textNoShape">
              <a:avLst/>
            </a:prstTxWarp>
          </a:bodyPr>
          <a:lstStyle>
            <a:lvl1pPr defTabSz="927100">
              <a:defRPr sz="1200">
                <a:latin typeface="굴림" pitchFamily="50" charset="-127"/>
                <a:ea typeface="굴림" pitchFamily="50" charset="-127"/>
              </a:defRPr>
            </a:lvl1pPr>
          </a:lstStyle>
          <a:p>
            <a:pPr>
              <a:defRPr/>
            </a:pPr>
            <a:endParaRPr lang="en-US" altLang="ko-KR"/>
          </a:p>
        </p:txBody>
      </p:sp>
      <p:sp>
        <p:nvSpPr>
          <p:cNvPr id="3075" name="Rectangle 3"/>
          <p:cNvSpPr>
            <a:spLocks noGrp="1" noChangeArrowheads="1"/>
          </p:cNvSpPr>
          <p:nvPr>
            <p:ph type="dt" idx="1"/>
          </p:nvPr>
        </p:nvSpPr>
        <p:spPr bwMode="auto">
          <a:xfrm>
            <a:off x="3851275" y="0"/>
            <a:ext cx="2946400" cy="498475"/>
          </a:xfrm>
          <a:prstGeom prst="rect">
            <a:avLst/>
          </a:prstGeom>
          <a:noFill/>
          <a:ln w="9525">
            <a:noFill/>
            <a:miter lim="800000"/>
            <a:headEnd/>
            <a:tailEnd/>
          </a:ln>
          <a:effectLst/>
        </p:spPr>
        <p:txBody>
          <a:bodyPr vert="horz" wrap="square" lIns="92705" tIns="46353" rIns="92705" bIns="46353" numCol="1" anchor="t" anchorCtr="0" compatLnSpc="1">
            <a:prstTxWarp prst="textNoShape">
              <a:avLst/>
            </a:prstTxWarp>
          </a:bodyPr>
          <a:lstStyle>
            <a:lvl1pPr algn="r" defTabSz="927100">
              <a:defRPr sz="1200">
                <a:latin typeface="굴림" pitchFamily="50" charset="-127"/>
                <a:ea typeface="굴림" pitchFamily="50" charset="-127"/>
              </a:defRPr>
            </a:lvl1pPr>
          </a:lstStyle>
          <a:p>
            <a:pPr>
              <a:defRPr/>
            </a:pPr>
            <a:endParaRPr lang="en-US" altLang="ko-KR"/>
          </a:p>
        </p:txBody>
      </p:sp>
      <p:sp>
        <p:nvSpPr>
          <p:cNvPr id="39940" name="Rectangle 4"/>
          <p:cNvSpPr>
            <a:spLocks noGrp="1" noRot="1" noChangeAspect="1" noChangeArrowheads="1" noTextEdit="1"/>
          </p:cNvSpPr>
          <p:nvPr>
            <p:ph type="sldImg" idx="2"/>
          </p:nvPr>
        </p:nvSpPr>
        <p:spPr bwMode="auto">
          <a:xfrm>
            <a:off x="919163" y="746125"/>
            <a:ext cx="4960937" cy="37211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p:cNvSpPr>
            <a:spLocks noGrp="1" noChangeArrowheads="1"/>
          </p:cNvSpPr>
          <p:nvPr>
            <p:ph type="body" sz="quarter" idx="3"/>
          </p:nvPr>
        </p:nvSpPr>
        <p:spPr bwMode="auto">
          <a:xfrm>
            <a:off x="906463" y="4714875"/>
            <a:ext cx="4984750" cy="4467225"/>
          </a:xfrm>
          <a:prstGeom prst="rect">
            <a:avLst/>
          </a:prstGeom>
          <a:noFill/>
          <a:ln w="9525">
            <a:noFill/>
            <a:miter lim="800000"/>
            <a:headEnd/>
            <a:tailEnd/>
          </a:ln>
          <a:effectLst/>
        </p:spPr>
        <p:txBody>
          <a:bodyPr vert="horz" wrap="square" lIns="92705" tIns="46353" rIns="92705" bIns="46353" numCol="1" anchor="t" anchorCtr="0" compatLnSpc="1">
            <a:prstTxWarp prst="textNoShape">
              <a:avLst/>
            </a:prstTxWarp>
          </a:bodyPr>
          <a:lstStyle/>
          <a:p>
            <a:pPr lvl="0"/>
            <a:r>
              <a:rPr lang="ko-KR" altLang="en-US" noProof="0"/>
              <a:t>마스터 텍스트 스타일을 편집합니다</a:t>
            </a:r>
          </a:p>
          <a:p>
            <a:pPr lvl="1"/>
            <a:r>
              <a:rPr lang="ko-KR" altLang="en-US" noProof="0"/>
              <a:t>둘째 수준</a:t>
            </a:r>
          </a:p>
          <a:p>
            <a:pPr lvl="2"/>
            <a:r>
              <a:rPr lang="ko-KR" altLang="en-US" noProof="0"/>
              <a:t>셋째 수준</a:t>
            </a:r>
          </a:p>
          <a:p>
            <a:pPr lvl="3"/>
            <a:r>
              <a:rPr lang="ko-KR" altLang="en-US" noProof="0"/>
              <a:t>넷째 수준</a:t>
            </a:r>
          </a:p>
          <a:p>
            <a:pPr lvl="4"/>
            <a:r>
              <a:rPr lang="ko-KR" altLang="en-US" noProof="0"/>
              <a:t>다섯째 수준</a:t>
            </a:r>
          </a:p>
        </p:txBody>
      </p:sp>
      <p:sp>
        <p:nvSpPr>
          <p:cNvPr id="3078" name="Rectangle 6"/>
          <p:cNvSpPr>
            <a:spLocks noGrp="1" noChangeArrowheads="1"/>
          </p:cNvSpPr>
          <p:nvPr>
            <p:ph type="ftr" sz="quarter" idx="4"/>
          </p:nvPr>
        </p:nvSpPr>
        <p:spPr bwMode="auto">
          <a:xfrm>
            <a:off x="0" y="9429750"/>
            <a:ext cx="2946400" cy="498475"/>
          </a:xfrm>
          <a:prstGeom prst="rect">
            <a:avLst/>
          </a:prstGeom>
          <a:noFill/>
          <a:ln w="9525">
            <a:noFill/>
            <a:miter lim="800000"/>
            <a:headEnd/>
            <a:tailEnd/>
          </a:ln>
          <a:effectLst/>
        </p:spPr>
        <p:txBody>
          <a:bodyPr vert="horz" wrap="square" lIns="92705" tIns="46353" rIns="92705" bIns="46353" numCol="1" anchor="b" anchorCtr="0" compatLnSpc="1">
            <a:prstTxWarp prst="textNoShape">
              <a:avLst/>
            </a:prstTxWarp>
          </a:bodyPr>
          <a:lstStyle>
            <a:lvl1pPr defTabSz="927100">
              <a:defRPr sz="1200">
                <a:latin typeface="굴림" pitchFamily="50" charset="-127"/>
                <a:ea typeface="굴림" pitchFamily="50" charset="-127"/>
              </a:defRPr>
            </a:lvl1pPr>
          </a:lstStyle>
          <a:p>
            <a:pPr>
              <a:defRPr/>
            </a:pPr>
            <a:endParaRPr lang="en-US" altLang="ko-KR"/>
          </a:p>
        </p:txBody>
      </p:sp>
      <p:sp>
        <p:nvSpPr>
          <p:cNvPr id="3079" name="Rectangle 7"/>
          <p:cNvSpPr>
            <a:spLocks noGrp="1" noChangeArrowheads="1"/>
          </p:cNvSpPr>
          <p:nvPr>
            <p:ph type="sldNum" sz="quarter" idx="5"/>
          </p:nvPr>
        </p:nvSpPr>
        <p:spPr bwMode="auto">
          <a:xfrm>
            <a:off x="3851275" y="9429750"/>
            <a:ext cx="2946400" cy="498475"/>
          </a:xfrm>
          <a:prstGeom prst="rect">
            <a:avLst/>
          </a:prstGeom>
          <a:noFill/>
          <a:ln w="9525">
            <a:noFill/>
            <a:miter lim="800000"/>
            <a:headEnd/>
            <a:tailEnd/>
          </a:ln>
          <a:effectLst/>
        </p:spPr>
        <p:txBody>
          <a:bodyPr vert="horz" wrap="square" lIns="92705" tIns="46353" rIns="92705" bIns="46353" numCol="1" anchor="b" anchorCtr="0" compatLnSpc="1">
            <a:prstTxWarp prst="textNoShape">
              <a:avLst/>
            </a:prstTxWarp>
          </a:bodyPr>
          <a:lstStyle>
            <a:lvl1pPr algn="r" defTabSz="927100">
              <a:defRPr sz="1200">
                <a:latin typeface="굴림" panose="020B0600000101010101" pitchFamily="50" charset="-127"/>
                <a:ea typeface="굴림" panose="020B0600000101010101" pitchFamily="50" charset="-127"/>
              </a:defRPr>
            </a:lvl1pPr>
          </a:lstStyle>
          <a:p>
            <a:fld id="{A47F0F6E-AF40-4620-A1A6-208690352297}" type="slidenum">
              <a:rPr lang="en-US" altLang="ko-KR"/>
              <a:pPr/>
              <a:t>‹#›</a:t>
            </a:fld>
            <a:endParaRPr lang="en-US" altLang="ko-KR"/>
          </a:p>
        </p:txBody>
      </p:sp>
    </p:spTree>
  </p:cSld>
  <p:clrMap bg1="lt1" tx1="dk1" bg2="lt2" tx2="dk2" accent1="accent1" accent2="accent2" accent3="accent3" accent4="accent4" accent5="accent5" accent6="accent6" hlink="hlink" folHlink="folHlink"/>
  <p:notesStyle>
    <a:lvl1pPr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1pPr>
    <a:lvl2pPr marL="4572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2pPr>
    <a:lvl3pPr marL="9144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3pPr>
    <a:lvl4pPr marL="13716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4pPr>
    <a:lvl5pPr marL="18288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pPr>
              <a:defRPr/>
            </a:pPr>
            <a:fld id="{53C7CC32-617A-4543-9F16-0492C8AD01FA}" type="slidenum">
              <a:rPr lang="en-US" altLang="ko-KR" smtClean="0"/>
              <a:pPr>
                <a:defRPr/>
              </a:pPr>
              <a:t>3</a:t>
            </a:fld>
            <a:endParaRPr lang="en-US" altLang="ko-KR"/>
          </a:p>
        </p:txBody>
      </p:sp>
    </p:spTree>
    <p:extLst>
      <p:ext uri="{BB962C8B-B14F-4D97-AF65-F5344CB8AC3E}">
        <p14:creationId xmlns:p14="http://schemas.microsoft.com/office/powerpoint/2010/main" val="18697593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685800" y="2130425"/>
            <a:ext cx="7772400" cy="1470025"/>
          </a:xfrm>
        </p:spPr>
        <p:txBody>
          <a:bodyPr/>
          <a:lstStyle/>
          <a:p>
            <a:r>
              <a:rPr lang="ko-KR" altLang="en-US"/>
              <a:t>마스터 제목 스타일 편집</a:t>
            </a:r>
          </a:p>
        </p:txBody>
      </p:sp>
      <p:sp>
        <p:nvSpPr>
          <p:cNvPr id="3" name="부제목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ko-KR" altLang="en-US"/>
              <a:t>마스터 부제목 스타일 편집</a:t>
            </a:r>
          </a:p>
        </p:txBody>
      </p:sp>
      <p:sp>
        <p:nvSpPr>
          <p:cNvPr id="4" name="Rectangle 6"/>
          <p:cNvSpPr>
            <a:spLocks noGrp="1" noChangeArrowheads="1"/>
          </p:cNvSpPr>
          <p:nvPr>
            <p:ph type="sldNum" sz="quarter" idx="10"/>
          </p:nvPr>
        </p:nvSpPr>
        <p:spPr>
          <a:ln/>
        </p:spPr>
        <p:txBody>
          <a:bodyPr/>
          <a:lstStyle>
            <a:lvl1pPr>
              <a:defRPr/>
            </a:lvl1pPr>
          </a:lstStyle>
          <a:p>
            <a:fld id="{51BE3D2A-221C-4236-B09B-111D309BF24A}" type="slidenum">
              <a:rPr lang="en-US" altLang="ko-KR"/>
              <a:pPr/>
              <a:t>‹#›</a:t>
            </a:fld>
            <a:endParaRPr lang="en-US" altLang="ko-KR"/>
          </a:p>
        </p:txBody>
      </p:sp>
    </p:spTree>
    <p:extLst>
      <p:ext uri="{BB962C8B-B14F-4D97-AF65-F5344CB8AC3E}">
        <p14:creationId xmlns:p14="http://schemas.microsoft.com/office/powerpoint/2010/main" val="1908520258"/>
      </p:ext>
    </p:extLst>
  </p:cSld>
  <p:clrMapOvr>
    <a:masterClrMapping/>
  </p:clrMapOvr>
  <p:transition>
    <p:diamon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lvl1pPr>
              <a:defRPr b="1">
                <a:effectLst>
                  <a:outerShdw blurRad="38100" dist="38100" dir="2700000" algn="tl">
                    <a:srgbClr val="000000">
                      <a:alpha val="43137"/>
                    </a:srgbClr>
                  </a:outerShdw>
                </a:effectLst>
                <a:latin typeface="맑은 고딕" panose="020B0503020000020004" pitchFamily="50" charset="-127"/>
                <a:ea typeface="맑은 고딕" panose="020B0503020000020004" pitchFamily="50" charset="-127"/>
              </a:defRPr>
            </a:lvl1pPr>
          </a:lstStyle>
          <a:p>
            <a:r>
              <a:rPr lang="ko-KR" altLang="en-US" dirty="0"/>
              <a:t>마스터 제목 스타일 편집</a:t>
            </a:r>
          </a:p>
        </p:txBody>
      </p:sp>
      <p:sp>
        <p:nvSpPr>
          <p:cNvPr id="3" name="내용 개체 틀 2"/>
          <p:cNvSpPr>
            <a:spLocks noGrp="1"/>
          </p:cNvSpPr>
          <p:nvPr>
            <p:ph idx="1"/>
          </p:nvPr>
        </p:nvSpPr>
        <p:spPr/>
        <p:txBody>
          <a:bodyPr/>
          <a:lstStyle>
            <a:lvl1pPr>
              <a:buClr>
                <a:schemeClr val="accent6">
                  <a:lumMod val="50000"/>
                </a:schemeClr>
              </a:buClr>
              <a:defRPr b="1">
                <a:latin typeface="맑은 고딕" panose="020B0503020000020004" pitchFamily="50" charset="-127"/>
                <a:ea typeface="맑은 고딕" panose="020B0503020000020004" pitchFamily="50" charset="-127"/>
              </a:defRPr>
            </a:lvl1pPr>
            <a:lvl2pPr marL="540000" indent="-180000">
              <a:buClr>
                <a:schemeClr val="accent6">
                  <a:lumMod val="50000"/>
                </a:schemeClr>
              </a:buClr>
              <a:defRPr b="1">
                <a:solidFill>
                  <a:srgbClr val="0070C0"/>
                </a:solidFill>
                <a:latin typeface="맑은 고딕" panose="020B0503020000020004" pitchFamily="50" charset="-127"/>
                <a:ea typeface="맑은 고딕" panose="020B0503020000020004" pitchFamily="50" charset="-127"/>
              </a:defRPr>
            </a:lvl2pPr>
            <a:lvl3pPr marL="792000" indent="-144000">
              <a:defRPr b="1">
                <a:latin typeface="맑은 고딕" panose="020B0503020000020004" pitchFamily="50" charset="-127"/>
                <a:ea typeface="맑은 고딕" panose="020B0503020000020004" pitchFamily="50" charset="-127"/>
              </a:defRPr>
            </a:lvl3pPr>
            <a:lvl4pPr>
              <a:defRPr b="1">
                <a:latin typeface="맑은 고딕" panose="020B0503020000020004" pitchFamily="50" charset="-127"/>
                <a:ea typeface="맑은 고딕" panose="020B0503020000020004" pitchFamily="50" charset="-127"/>
              </a:defRPr>
            </a:lvl4pPr>
            <a:lvl5pPr>
              <a:defRPr b="1">
                <a:latin typeface="맑은 고딕" panose="020B0503020000020004" pitchFamily="50" charset="-127"/>
                <a:ea typeface="맑은 고딕" panose="020B0503020000020004" pitchFamily="50" charset="-127"/>
              </a:defRPr>
            </a:lvl5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4" name="Rectangle 6"/>
          <p:cNvSpPr>
            <a:spLocks noGrp="1" noChangeArrowheads="1"/>
          </p:cNvSpPr>
          <p:nvPr>
            <p:ph type="sldNum" sz="quarter" idx="10"/>
          </p:nvPr>
        </p:nvSpPr>
        <p:spPr>
          <a:ln/>
        </p:spPr>
        <p:txBody>
          <a:bodyPr/>
          <a:lstStyle>
            <a:lvl1pPr>
              <a:defRPr>
                <a:solidFill>
                  <a:srgbClr val="0070C0"/>
                </a:solidFill>
              </a:defRPr>
            </a:lvl1pPr>
          </a:lstStyle>
          <a:p>
            <a:fld id="{0662DF40-CD95-4196-B16C-EF23877BEF64}" type="slidenum">
              <a:rPr lang="en-US" altLang="ko-KR" smtClean="0"/>
              <a:pPr/>
              <a:t>‹#›</a:t>
            </a:fld>
            <a:endParaRPr lang="en-US" altLang="ko-KR"/>
          </a:p>
        </p:txBody>
      </p:sp>
    </p:spTree>
    <p:extLst>
      <p:ext uri="{BB962C8B-B14F-4D97-AF65-F5344CB8AC3E}">
        <p14:creationId xmlns:p14="http://schemas.microsoft.com/office/powerpoint/2010/main" val="3530270425"/>
      </p:ext>
    </p:extLst>
  </p:cSld>
  <p:clrMapOvr>
    <a:masterClrMapping/>
  </p:clrMapOvr>
  <p:transition>
    <p:diamon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722313" y="4406900"/>
            <a:ext cx="7772400" cy="1362075"/>
          </a:xfrm>
        </p:spPr>
        <p:txBody>
          <a:bodyPr anchor="t"/>
          <a:lstStyle>
            <a:lvl1pPr algn="l">
              <a:defRPr sz="4000" b="1" cap="all"/>
            </a:lvl1pPr>
          </a:lstStyle>
          <a:p>
            <a:r>
              <a:rPr lang="ko-KR" altLang="en-US"/>
              <a:t>마스터 제목 스타일 편집</a:t>
            </a:r>
          </a:p>
        </p:txBody>
      </p:sp>
      <p:sp>
        <p:nvSpPr>
          <p:cNvPr id="3" name="텍스트 개체 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ko-KR" altLang="en-US"/>
              <a:t>마스터 텍스트 스타일을 편집합니다</a:t>
            </a:r>
          </a:p>
        </p:txBody>
      </p:sp>
      <p:sp>
        <p:nvSpPr>
          <p:cNvPr id="4" name="Rectangle 6"/>
          <p:cNvSpPr>
            <a:spLocks noGrp="1" noChangeArrowheads="1"/>
          </p:cNvSpPr>
          <p:nvPr>
            <p:ph type="sldNum" sz="quarter" idx="10"/>
          </p:nvPr>
        </p:nvSpPr>
        <p:spPr>
          <a:ln/>
        </p:spPr>
        <p:txBody>
          <a:bodyPr/>
          <a:lstStyle>
            <a:lvl1pPr>
              <a:defRPr/>
            </a:lvl1pPr>
          </a:lstStyle>
          <a:p>
            <a:fld id="{B0A90645-18CC-4080-AA78-8345F84AA3FC}" type="slidenum">
              <a:rPr lang="en-US" altLang="ko-KR"/>
              <a:pPr/>
              <a:t>‹#›</a:t>
            </a:fld>
            <a:endParaRPr lang="en-US" altLang="ko-KR"/>
          </a:p>
        </p:txBody>
      </p:sp>
    </p:spTree>
    <p:extLst>
      <p:ext uri="{BB962C8B-B14F-4D97-AF65-F5344CB8AC3E}">
        <p14:creationId xmlns:p14="http://schemas.microsoft.com/office/powerpoint/2010/main" val="17792483"/>
      </p:ext>
    </p:extLst>
  </p:cSld>
  <p:clrMapOvr>
    <a:masterClrMapping/>
  </p:clrMapOvr>
  <p:transition>
    <p:diamon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107950" y="981075"/>
            <a:ext cx="4398963" cy="55816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4659313" y="981075"/>
            <a:ext cx="4398962" cy="55816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Rectangle 6"/>
          <p:cNvSpPr>
            <a:spLocks noGrp="1" noChangeArrowheads="1"/>
          </p:cNvSpPr>
          <p:nvPr>
            <p:ph type="sldNum" sz="quarter" idx="10"/>
          </p:nvPr>
        </p:nvSpPr>
        <p:spPr>
          <a:ln/>
        </p:spPr>
        <p:txBody>
          <a:bodyPr/>
          <a:lstStyle>
            <a:lvl1pPr>
              <a:defRPr/>
            </a:lvl1pPr>
          </a:lstStyle>
          <a:p>
            <a:fld id="{BFD180CC-85CA-4A26-A6C0-DE61C9CE90F2}" type="slidenum">
              <a:rPr lang="en-US" altLang="ko-KR"/>
              <a:pPr/>
              <a:t>‹#›</a:t>
            </a:fld>
            <a:endParaRPr lang="en-US" altLang="ko-KR"/>
          </a:p>
        </p:txBody>
      </p:sp>
    </p:spTree>
    <p:extLst>
      <p:ext uri="{BB962C8B-B14F-4D97-AF65-F5344CB8AC3E}">
        <p14:creationId xmlns:p14="http://schemas.microsoft.com/office/powerpoint/2010/main" val="1648083975"/>
      </p:ext>
    </p:extLst>
  </p:cSld>
  <p:clrMapOvr>
    <a:masterClrMapping/>
  </p:clrMapOvr>
  <p:transition>
    <p:diamon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457200" y="274638"/>
            <a:ext cx="8229600" cy="1143000"/>
          </a:xfrm>
        </p:spPr>
        <p:txBody>
          <a:bodyPr/>
          <a:lstStyle>
            <a:lvl1pPr>
              <a:defRPr/>
            </a:lvl1pPr>
          </a:lstStyle>
          <a:p>
            <a:r>
              <a:rPr lang="ko-KR" altLang="en-US"/>
              <a:t>마스터 제목 스타일 편집</a:t>
            </a:r>
          </a:p>
        </p:txBody>
      </p:sp>
      <p:sp>
        <p:nvSpPr>
          <p:cNvPr id="3" name="텍스트 개체 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4" name="내용 개체 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6" name="내용 개체 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Rectangle 6"/>
          <p:cNvSpPr>
            <a:spLocks noGrp="1" noChangeArrowheads="1"/>
          </p:cNvSpPr>
          <p:nvPr>
            <p:ph type="sldNum" sz="quarter" idx="10"/>
          </p:nvPr>
        </p:nvSpPr>
        <p:spPr>
          <a:ln/>
        </p:spPr>
        <p:txBody>
          <a:bodyPr/>
          <a:lstStyle>
            <a:lvl1pPr>
              <a:defRPr/>
            </a:lvl1pPr>
          </a:lstStyle>
          <a:p>
            <a:fld id="{4D28EFD3-9F17-4F2E-A4A6-06CB9F2FD85B}" type="slidenum">
              <a:rPr lang="en-US" altLang="ko-KR"/>
              <a:pPr/>
              <a:t>‹#›</a:t>
            </a:fld>
            <a:endParaRPr lang="en-US" altLang="ko-KR"/>
          </a:p>
        </p:txBody>
      </p:sp>
    </p:spTree>
    <p:extLst>
      <p:ext uri="{BB962C8B-B14F-4D97-AF65-F5344CB8AC3E}">
        <p14:creationId xmlns:p14="http://schemas.microsoft.com/office/powerpoint/2010/main" val="824396524"/>
      </p:ext>
    </p:extLst>
  </p:cSld>
  <p:clrMapOvr>
    <a:masterClrMapping/>
  </p:clrMapOvr>
  <p:transition>
    <p:diamon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Rectangle 6"/>
          <p:cNvSpPr>
            <a:spLocks noGrp="1" noChangeArrowheads="1"/>
          </p:cNvSpPr>
          <p:nvPr>
            <p:ph type="sldNum" sz="quarter" idx="10"/>
          </p:nvPr>
        </p:nvSpPr>
        <p:spPr>
          <a:ln/>
        </p:spPr>
        <p:txBody>
          <a:bodyPr/>
          <a:lstStyle>
            <a:lvl1pPr>
              <a:defRPr/>
            </a:lvl1pPr>
          </a:lstStyle>
          <a:p>
            <a:fld id="{8C18258E-745D-49A3-B42E-85584AAF848E}" type="slidenum">
              <a:rPr lang="en-US" altLang="ko-KR"/>
              <a:pPr/>
              <a:t>‹#›</a:t>
            </a:fld>
            <a:endParaRPr lang="en-US" altLang="ko-KR"/>
          </a:p>
        </p:txBody>
      </p:sp>
    </p:spTree>
    <p:extLst>
      <p:ext uri="{BB962C8B-B14F-4D97-AF65-F5344CB8AC3E}">
        <p14:creationId xmlns:p14="http://schemas.microsoft.com/office/powerpoint/2010/main" val="49147816"/>
      </p:ext>
    </p:extLst>
  </p:cSld>
  <p:clrMapOvr>
    <a:masterClrMapping/>
  </p:clrMapOvr>
  <p:transition>
    <p:diamon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fld id="{F0B21161-BD0B-43AB-A0F1-8EAE020023EE}" type="slidenum">
              <a:rPr lang="en-US" altLang="ko-KR"/>
              <a:pPr/>
              <a:t>‹#›</a:t>
            </a:fld>
            <a:endParaRPr lang="en-US" altLang="ko-KR"/>
          </a:p>
        </p:txBody>
      </p:sp>
    </p:spTree>
    <p:extLst>
      <p:ext uri="{BB962C8B-B14F-4D97-AF65-F5344CB8AC3E}">
        <p14:creationId xmlns:p14="http://schemas.microsoft.com/office/powerpoint/2010/main" val="57936474"/>
      </p:ext>
    </p:extLst>
  </p:cSld>
  <p:clrMapOvr>
    <a:masterClrMapping/>
  </p:clrMapOvr>
  <p:transition>
    <p:diamon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57200" y="273050"/>
            <a:ext cx="3008313" cy="1162050"/>
          </a:xfrm>
        </p:spPr>
        <p:txBody>
          <a:bodyPr anchor="b"/>
          <a:lstStyle>
            <a:lvl1pPr algn="l">
              <a:defRPr sz="2000" b="1"/>
            </a:lvl1pPr>
          </a:lstStyle>
          <a:p>
            <a:r>
              <a:rPr lang="ko-KR" altLang="en-US"/>
              <a:t>마스터 제목 스타일 편집</a:t>
            </a:r>
          </a:p>
        </p:txBody>
      </p:sp>
      <p:sp>
        <p:nvSpPr>
          <p:cNvPr id="3" name="내용 개체 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Rectangle 6"/>
          <p:cNvSpPr>
            <a:spLocks noGrp="1" noChangeArrowheads="1"/>
          </p:cNvSpPr>
          <p:nvPr>
            <p:ph type="sldNum" sz="quarter" idx="10"/>
          </p:nvPr>
        </p:nvSpPr>
        <p:spPr>
          <a:ln/>
        </p:spPr>
        <p:txBody>
          <a:bodyPr/>
          <a:lstStyle>
            <a:lvl1pPr>
              <a:defRPr/>
            </a:lvl1pPr>
          </a:lstStyle>
          <a:p>
            <a:fld id="{41C2CC99-8F12-4602-A805-6D054ED5A58E}" type="slidenum">
              <a:rPr lang="en-US" altLang="ko-KR"/>
              <a:pPr/>
              <a:t>‹#›</a:t>
            </a:fld>
            <a:endParaRPr lang="en-US" altLang="ko-KR"/>
          </a:p>
        </p:txBody>
      </p:sp>
    </p:spTree>
    <p:extLst>
      <p:ext uri="{BB962C8B-B14F-4D97-AF65-F5344CB8AC3E}">
        <p14:creationId xmlns:p14="http://schemas.microsoft.com/office/powerpoint/2010/main" val="1318920583"/>
      </p:ext>
    </p:extLst>
  </p:cSld>
  <p:clrMapOvr>
    <a:masterClrMapping/>
  </p:clrMapOvr>
  <p:transition>
    <p:diamon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792288" y="4800600"/>
            <a:ext cx="5486400" cy="566738"/>
          </a:xfrm>
        </p:spPr>
        <p:txBody>
          <a:bodyPr anchor="b"/>
          <a:lstStyle>
            <a:lvl1pPr algn="l">
              <a:defRPr sz="2000" b="1"/>
            </a:lvl1pPr>
          </a:lstStyle>
          <a:p>
            <a:r>
              <a:rPr lang="ko-KR" altLang="en-US"/>
              <a:t>마스터 제목 스타일 편집</a:t>
            </a:r>
          </a:p>
        </p:txBody>
      </p:sp>
      <p:sp>
        <p:nvSpPr>
          <p:cNvPr id="3" name="그림 개체 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ko-KR" altLang="en-US" noProof="0"/>
          </a:p>
        </p:txBody>
      </p:sp>
      <p:sp>
        <p:nvSpPr>
          <p:cNvPr id="4" name="텍스트 개체 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Rectangle 6"/>
          <p:cNvSpPr>
            <a:spLocks noGrp="1" noChangeArrowheads="1"/>
          </p:cNvSpPr>
          <p:nvPr>
            <p:ph type="sldNum" sz="quarter" idx="10"/>
          </p:nvPr>
        </p:nvSpPr>
        <p:spPr>
          <a:ln/>
        </p:spPr>
        <p:txBody>
          <a:bodyPr/>
          <a:lstStyle>
            <a:lvl1pPr>
              <a:defRPr/>
            </a:lvl1pPr>
          </a:lstStyle>
          <a:p>
            <a:fld id="{B020EE68-4FFD-4146-8152-D379E891418C}" type="slidenum">
              <a:rPr lang="en-US" altLang="ko-KR"/>
              <a:pPr/>
              <a:t>‹#›</a:t>
            </a:fld>
            <a:endParaRPr lang="en-US" altLang="ko-KR"/>
          </a:p>
        </p:txBody>
      </p:sp>
    </p:spTree>
    <p:extLst>
      <p:ext uri="{BB962C8B-B14F-4D97-AF65-F5344CB8AC3E}">
        <p14:creationId xmlns:p14="http://schemas.microsoft.com/office/powerpoint/2010/main" val="2857287805"/>
      </p:ext>
    </p:extLst>
  </p:cSld>
  <p:clrMapOvr>
    <a:masterClrMapping/>
  </p:clrMapOvr>
  <p:transition>
    <p:diamon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6"/>
          <p:cNvSpPr>
            <a:spLocks noGrp="1" noChangeArrowheads="1"/>
          </p:cNvSpPr>
          <p:nvPr>
            <p:ph type="sldNum" sz="quarter" idx="10"/>
          </p:nvPr>
        </p:nvSpPr>
        <p:spPr>
          <a:ln/>
        </p:spPr>
        <p:txBody>
          <a:bodyPr/>
          <a:lstStyle>
            <a:lvl1pPr>
              <a:defRPr/>
            </a:lvl1pPr>
          </a:lstStyle>
          <a:p>
            <a:fld id="{739A198F-69FF-49CD-AE6F-66B8F34D0E9F}" type="slidenum">
              <a:rPr lang="en-US" altLang="ko-KR"/>
              <a:pPr/>
              <a:t>‹#›</a:t>
            </a:fld>
            <a:endParaRPr lang="en-US" altLang="ko-KR"/>
          </a:p>
        </p:txBody>
      </p:sp>
    </p:spTree>
    <p:extLst>
      <p:ext uri="{BB962C8B-B14F-4D97-AF65-F5344CB8AC3E}">
        <p14:creationId xmlns:p14="http://schemas.microsoft.com/office/powerpoint/2010/main" val="1110332559"/>
      </p:ext>
    </p:extLst>
  </p:cSld>
  <p:clrMapOvr>
    <a:masterClrMapping/>
  </p:clrMapOvr>
  <p:transition>
    <p:diamon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821488" y="188913"/>
            <a:ext cx="2236787" cy="6373812"/>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107950" y="188913"/>
            <a:ext cx="6561138" cy="6373812"/>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6"/>
          <p:cNvSpPr>
            <a:spLocks noGrp="1" noChangeArrowheads="1"/>
          </p:cNvSpPr>
          <p:nvPr>
            <p:ph type="sldNum" sz="quarter" idx="10"/>
          </p:nvPr>
        </p:nvSpPr>
        <p:spPr>
          <a:ln/>
        </p:spPr>
        <p:txBody>
          <a:bodyPr/>
          <a:lstStyle>
            <a:lvl1pPr>
              <a:defRPr/>
            </a:lvl1pPr>
          </a:lstStyle>
          <a:p>
            <a:fld id="{32C26BED-B130-401B-B39F-2F6B80673298}" type="slidenum">
              <a:rPr lang="en-US" altLang="ko-KR"/>
              <a:pPr/>
              <a:t>‹#›</a:t>
            </a:fld>
            <a:endParaRPr lang="en-US" altLang="ko-KR"/>
          </a:p>
        </p:txBody>
      </p:sp>
    </p:spTree>
    <p:extLst>
      <p:ext uri="{BB962C8B-B14F-4D97-AF65-F5344CB8AC3E}">
        <p14:creationId xmlns:p14="http://schemas.microsoft.com/office/powerpoint/2010/main" val="2676354483"/>
      </p:ext>
    </p:extLst>
  </p:cSld>
  <p:clrMapOvr>
    <a:masterClrMapping/>
  </p:clrMapOvr>
  <p:transition>
    <p:diamon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hart" preserve="1">
  <p:cSld name="제목, 텍스트 및 차트">
    <p:spTree>
      <p:nvGrpSpPr>
        <p:cNvPr id="1" name=""/>
        <p:cNvGrpSpPr/>
        <p:nvPr/>
      </p:nvGrpSpPr>
      <p:grpSpPr>
        <a:xfrm>
          <a:off x="0" y="0"/>
          <a:ext cx="0" cy="0"/>
          <a:chOff x="0" y="0"/>
          <a:chExt cx="0" cy="0"/>
        </a:xfrm>
      </p:grpSpPr>
      <p:sp>
        <p:nvSpPr>
          <p:cNvPr id="2" name="제목 1"/>
          <p:cNvSpPr>
            <a:spLocks noGrp="1"/>
          </p:cNvSpPr>
          <p:nvPr>
            <p:ph type="title"/>
          </p:nvPr>
        </p:nvSpPr>
        <p:spPr>
          <a:xfrm>
            <a:off x="107950" y="188913"/>
            <a:ext cx="8928100" cy="546100"/>
          </a:xfrm>
        </p:spPr>
        <p:txBody>
          <a:bodyPr/>
          <a:lstStyle/>
          <a:p>
            <a:r>
              <a:rPr lang="ko-KR" altLang="en-US"/>
              <a:t>마스터 제목 스타일 편집</a:t>
            </a:r>
          </a:p>
        </p:txBody>
      </p:sp>
      <p:sp>
        <p:nvSpPr>
          <p:cNvPr id="3" name="텍스트 개체 틀 2"/>
          <p:cNvSpPr>
            <a:spLocks noGrp="1"/>
          </p:cNvSpPr>
          <p:nvPr>
            <p:ph type="body" sz="half" idx="1"/>
          </p:nvPr>
        </p:nvSpPr>
        <p:spPr>
          <a:xfrm>
            <a:off x="107950" y="981075"/>
            <a:ext cx="4398963" cy="5581650"/>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차트 개체 틀 3"/>
          <p:cNvSpPr>
            <a:spLocks noGrp="1"/>
          </p:cNvSpPr>
          <p:nvPr>
            <p:ph type="chart" sz="half" idx="2"/>
          </p:nvPr>
        </p:nvSpPr>
        <p:spPr>
          <a:xfrm>
            <a:off x="4659313" y="981075"/>
            <a:ext cx="4398962" cy="5581650"/>
          </a:xfrm>
        </p:spPr>
        <p:txBody>
          <a:bodyPr/>
          <a:lstStyle/>
          <a:p>
            <a:pPr lvl="0"/>
            <a:endParaRPr lang="ko-KR" altLang="en-US" noProof="0"/>
          </a:p>
        </p:txBody>
      </p:sp>
      <p:sp>
        <p:nvSpPr>
          <p:cNvPr id="5" name="Rectangle 6"/>
          <p:cNvSpPr>
            <a:spLocks noGrp="1" noChangeArrowheads="1"/>
          </p:cNvSpPr>
          <p:nvPr>
            <p:ph type="sldNum" sz="quarter" idx="10"/>
          </p:nvPr>
        </p:nvSpPr>
        <p:spPr>
          <a:ln/>
        </p:spPr>
        <p:txBody>
          <a:bodyPr/>
          <a:lstStyle>
            <a:lvl1pPr>
              <a:defRPr/>
            </a:lvl1pPr>
          </a:lstStyle>
          <a:p>
            <a:fld id="{8F44DB92-B6B2-4C58-9652-839AF8C5938E}" type="slidenum">
              <a:rPr lang="en-US" altLang="ko-KR"/>
              <a:pPr/>
              <a:t>‹#›</a:t>
            </a:fld>
            <a:endParaRPr lang="en-US" altLang="ko-KR"/>
          </a:p>
        </p:txBody>
      </p:sp>
    </p:spTree>
    <p:extLst>
      <p:ext uri="{BB962C8B-B14F-4D97-AF65-F5344CB8AC3E}">
        <p14:creationId xmlns:p14="http://schemas.microsoft.com/office/powerpoint/2010/main" val="2406087093"/>
      </p:ext>
    </p:extLst>
  </p:cSld>
  <p:clrMapOvr>
    <a:masterClrMapping/>
  </p:clrMapOvr>
  <p:transition>
    <p:diamon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4.png"/><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15"/>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3175" y="6500813"/>
            <a:ext cx="7232650"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Picture 14"/>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0" y="0"/>
            <a:ext cx="9144000" cy="105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8" name="Rectangle 2"/>
          <p:cNvSpPr>
            <a:spLocks noGrp="1" noChangeArrowheads="1"/>
          </p:cNvSpPr>
          <p:nvPr>
            <p:ph type="title"/>
          </p:nvPr>
        </p:nvSpPr>
        <p:spPr bwMode="auto">
          <a:xfrm>
            <a:off x="107950" y="87313"/>
            <a:ext cx="8928100"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ko-KR" altLang="en-US"/>
              <a:t>마스터 제목 스타일 편집</a:t>
            </a:r>
          </a:p>
        </p:txBody>
      </p:sp>
      <p:sp>
        <p:nvSpPr>
          <p:cNvPr id="1029" name="Rectangle 3"/>
          <p:cNvSpPr>
            <a:spLocks noGrp="1" noChangeArrowheads="1"/>
          </p:cNvSpPr>
          <p:nvPr>
            <p:ph type="body" idx="1"/>
          </p:nvPr>
        </p:nvSpPr>
        <p:spPr bwMode="auto">
          <a:xfrm>
            <a:off x="107950" y="981075"/>
            <a:ext cx="8950325" cy="558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1030" name="Rectangle 6"/>
          <p:cNvSpPr>
            <a:spLocks noGrp="1" noChangeArrowheads="1"/>
          </p:cNvSpPr>
          <p:nvPr>
            <p:ph type="sldNum" sz="quarter" idx="4"/>
          </p:nvPr>
        </p:nvSpPr>
        <p:spPr bwMode="auto">
          <a:xfrm>
            <a:off x="8534400" y="6553200"/>
            <a:ext cx="533400" cy="31591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a:defRPr sz="1000">
                <a:solidFill>
                  <a:srgbClr val="0070C0"/>
                </a:solidFill>
                <a:latin typeface="휴먼엑스포" panose="02030504000101010101" pitchFamily="18" charset="-127"/>
                <a:ea typeface="휴먼엑스포" panose="02030504000101010101" pitchFamily="18" charset="-127"/>
              </a:defRPr>
            </a:lvl1pPr>
          </a:lstStyle>
          <a:p>
            <a:fld id="{3F8E1CEE-8D81-4355-9B98-CFF96B1FE2F4}" type="slidenum">
              <a:rPr lang="en-US" altLang="ko-KR" smtClean="0"/>
              <a:pPr/>
              <a:t>‹#›</a:t>
            </a:fld>
            <a:endParaRPr lang="en-US" altLang="ko-KR" dirty="0"/>
          </a:p>
        </p:txBody>
      </p:sp>
      <p:sp>
        <p:nvSpPr>
          <p:cNvPr id="9" name="Text Box 16"/>
          <p:cNvSpPr txBox="1">
            <a:spLocks noChangeArrowheads="1"/>
          </p:cNvSpPr>
          <p:nvPr userDrawn="1"/>
        </p:nvSpPr>
        <p:spPr bwMode="auto">
          <a:xfrm>
            <a:off x="34925" y="6562725"/>
            <a:ext cx="4779963"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1600">
                <a:solidFill>
                  <a:schemeClr val="tx1"/>
                </a:solidFill>
                <a:latin typeface="HY견고딕" pitchFamily="18" charset="-127"/>
                <a:ea typeface="HY견고딕" pitchFamily="18" charset="-127"/>
              </a:defRPr>
            </a:lvl1pPr>
            <a:lvl2pPr marL="742950" indent="-285750" eaLnBrk="0" hangingPunct="0">
              <a:defRPr kumimoji="1" sz="1600">
                <a:solidFill>
                  <a:schemeClr val="tx1"/>
                </a:solidFill>
                <a:latin typeface="HY견고딕" pitchFamily="18" charset="-127"/>
                <a:ea typeface="HY견고딕" pitchFamily="18" charset="-127"/>
              </a:defRPr>
            </a:lvl2pPr>
            <a:lvl3pPr marL="1143000" indent="-228600" eaLnBrk="0" hangingPunct="0">
              <a:defRPr kumimoji="1" sz="1600">
                <a:solidFill>
                  <a:schemeClr val="tx1"/>
                </a:solidFill>
                <a:latin typeface="HY견고딕" pitchFamily="18" charset="-127"/>
                <a:ea typeface="HY견고딕" pitchFamily="18" charset="-127"/>
              </a:defRPr>
            </a:lvl3pPr>
            <a:lvl4pPr marL="1600200" indent="-228600" eaLnBrk="0" hangingPunct="0">
              <a:defRPr kumimoji="1" sz="1600">
                <a:solidFill>
                  <a:schemeClr val="tx1"/>
                </a:solidFill>
                <a:latin typeface="HY견고딕" pitchFamily="18" charset="-127"/>
                <a:ea typeface="HY견고딕" pitchFamily="18" charset="-127"/>
              </a:defRPr>
            </a:lvl4pPr>
            <a:lvl5pPr marL="2057400" indent="-228600" eaLnBrk="0" hangingPunct="0">
              <a:defRPr kumimoji="1" sz="1600">
                <a:solidFill>
                  <a:schemeClr val="tx1"/>
                </a:solidFill>
                <a:latin typeface="HY견고딕" pitchFamily="18" charset="-127"/>
                <a:ea typeface="HY견고딕" pitchFamily="18" charset="-127"/>
              </a:defRPr>
            </a:lvl5pPr>
            <a:lvl6pPr marL="2514600" indent="-228600" eaLnBrk="0" fontAlgn="base" hangingPunct="0">
              <a:spcBef>
                <a:spcPct val="0"/>
              </a:spcBef>
              <a:spcAft>
                <a:spcPct val="0"/>
              </a:spcAft>
              <a:defRPr kumimoji="1" sz="1600">
                <a:solidFill>
                  <a:schemeClr val="tx1"/>
                </a:solidFill>
                <a:latin typeface="HY견고딕" pitchFamily="18" charset="-127"/>
                <a:ea typeface="HY견고딕" pitchFamily="18" charset="-127"/>
              </a:defRPr>
            </a:lvl6pPr>
            <a:lvl7pPr marL="2971800" indent="-228600" eaLnBrk="0" fontAlgn="base" hangingPunct="0">
              <a:spcBef>
                <a:spcPct val="0"/>
              </a:spcBef>
              <a:spcAft>
                <a:spcPct val="0"/>
              </a:spcAft>
              <a:defRPr kumimoji="1" sz="1600">
                <a:solidFill>
                  <a:schemeClr val="tx1"/>
                </a:solidFill>
                <a:latin typeface="HY견고딕" pitchFamily="18" charset="-127"/>
                <a:ea typeface="HY견고딕" pitchFamily="18" charset="-127"/>
              </a:defRPr>
            </a:lvl7pPr>
            <a:lvl8pPr marL="3429000" indent="-228600" eaLnBrk="0" fontAlgn="base" hangingPunct="0">
              <a:spcBef>
                <a:spcPct val="0"/>
              </a:spcBef>
              <a:spcAft>
                <a:spcPct val="0"/>
              </a:spcAft>
              <a:defRPr kumimoji="1" sz="1600">
                <a:solidFill>
                  <a:schemeClr val="tx1"/>
                </a:solidFill>
                <a:latin typeface="HY견고딕" pitchFamily="18" charset="-127"/>
                <a:ea typeface="HY견고딕" pitchFamily="18" charset="-127"/>
              </a:defRPr>
            </a:lvl8pPr>
            <a:lvl9pPr marL="3886200" indent="-228600" eaLnBrk="0" fontAlgn="base" hangingPunct="0">
              <a:spcBef>
                <a:spcPct val="0"/>
              </a:spcBef>
              <a:spcAft>
                <a:spcPct val="0"/>
              </a:spcAft>
              <a:defRPr kumimoji="1" sz="1600">
                <a:solidFill>
                  <a:schemeClr val="tx1"/>
                </a:solidFill>
                <a:latin typeface="HY견고딕" pitchFamily="18" charset="-127"/>
                <a:ea typeface="HY견고딕" pitchFamily="18" charset="-127"/>
              </a:defRPr>
            </a:lvl9pPr>
          </a:lstStyle>
          <a:p>
            <a:pPr eaLnBrk="1" latinLnBrk="1" hangingPunct="1">
              <a:spcBef>
                <a:spcPct val="50000"/>
              </a:spcBef>
              <a:defRPr/>
            </a:pPr>
            <a:r>
              <a:rPr lang="ko-KR" altLang="en-US" sz="1100" b="1" dirty="0">
                <a:solidFill>
                  <a:srgbClr val="CC3300"/>
                </a:solidFill>
                <a:latin typeface="맑은 고딕" panose="020B0503020000020004" pitchFamily="50" charset="-127"/>
                <a:ea typeface="맑은 고딕" panose="020B0503020000020004" pitchFamily="50" charset="-127"/>
              </a:rPr>
              <a:t>꿈    은 이루어진다 </a:t>
            </a:r>
            <a:r>
              <a:rPr lang="en-US" altLang="ko-KR" sz="1100" b="1" dirty="0">
                <a:solidFill>
                  <a:srgbClr val="CC3300"/>
                </a:solidFill>
                <a:latin typeface="맑은 고딕" panose="020B0503020000020004" pitchFamily="50" charset="-127"/>
                <a:ea typeface="맑은 고딕" panose="020B0503020000020004" pitchFamily="50" charset="-127"/>
              </a:rPr>
              <a:t>!</a:t>
            </a:r>
          </a:p>
        </p:txBody>
      </p:sp>
      <p:pic>
        <p:nvPicPr>
          <p:cNvPr id="10" name="Picture 2"/>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7380288" y="6608763"/>
            <a:ext cx="971550" cy="220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포인트가 5개인 별 10"/>
          <p:cNvSpPr/>
          <p:nvPr userDrawn="1"/>
        </p:nvSpPr>
        <p:spPr>
          <a:xfrm>
            <a:off x="265113" y="6515100"/>
            <a:ext cx="214312" cy="269875"/>
          </a:xfrm>
          <a:prstGeom prst="star5">
            <a:avLst/>
          </a:prstGeom>
          <a:solidFill>
            <a:srgbClr val="FFFF00"/>
          </a:solid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latinLnBrk="1" hangingPunct="1">
              <a:defRPr/>
            </a:pPr>
            <a:endParaRPr lang="ko-KR"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diamond/>
  </p:transition>
  <p:hf hdr="0" ftr="0" dt="0"/>
  <p:txStyles>
    <p:titleStyle>
      <a:lvl1pPr algn="l" rtl="0" eaLnBrk="0" fontAlgn="base" latinLnBrk="1" hangingPunct="0">
        <a:spcBef>
          <a:spcPct val="0"/>
        </a:spcBef>
        <a:spcAft>
          <a:spcPct val="0"/>
        </a:spcAft>
        <a:defRPr kumimoji="1" sz="3200" b="1">
          <a:solidFill>
            <a:srgbClr val="333399"/>
          </a:solidFill>
          <a:latin typeface="+mj-lt"/>
          <a:ea typeface="+mj-ea"/>
          <a:cs typeface="+mj-cs"/>
        </a:defRPr>
      </a:lvl1pPr>
      <a:lvl2pPr algn="l" rtl="0" eaLnBrk="0" fontAlgn="base" latinLnBrk="1" hangingPunct="0">
        <a:spcBef>
          <a:spcPct val="0"/>
        </a:spcBef>
        <a:spcAft>
          <a:spcPct val="0"/>
        </a:spcAft>
        <a:defRPr kumimoji="1" sz="3200" b="1">
          <a:solidFill>
            <a:srgbClr val="333399"/>
          </a:solidFill>
          <a:latin typeface="HY견고딕" pitchFamily="18" charset="-127"/>
          <a:ea typeface="HY견고딕" pitchFamily="18" charset="-127"/>
        </a:defRPr>
      </a:lvl2pPr>
      <a:lvl3pPr algn="l" rtl="0" eaLnBrk="0" fontAlgn="base" latinLnBrk="1" hangingPunct="0">
        <a:spcBef>
          <a:spcPct val="0"/>
        </a:spcBef>
        <a:spcAft>
          <a:spcPct val="0"/>
        </a:spcAft>
        <a:defRPr kumimoji="1" sz="3200" b="1">
          <a:solidFill>
            <a:srgbClr val="333399"/>
          </a:solidFill>
          <a:latin typeface="HY견고딕" pitchFamily="18" charset="-127"/>
          <a:ea typeface="HY견고딕" pitchFamily="18" charset="-127"/>
        </a:defRPr>
      </a:lvl3pPr>
      <a:lvl4pPr algn="l" rtl="0" eaLnBrk="0" fontAlgn="base" latinLnBrk="1" hangingPunct="0">
        <a:spcBef>
          <a:spcPct val="0"/>
        </a:spcBef>
        <a:spcAft>
          <a:spcPct val="0"/>
        </a:spcAft>
        <a:defRPr kumimoji="1" sz="3200" b="1">
          <a:solidFill>
            <a:srgbClr val="333399"/>
          </a:solidFill>
          <a:latin typeface="HY견고딕" pitchFamily="18" charset="-127"/>
          <a:ea typeface="HY견고딕" pitchFamily="18" charset="-127"/>
        </a:defRPr>
      </a:lvl4pPr>
      <a:lvl5pPr algn="l" rtl="0" eaLnBrk="0" fontAlgn="base" latinLnBrk="1" hangingPunct="0">
        <a:spcBef>
          <a:spcPct val="0"/>
        </a:spcBef>
        <a:spcAft>
          <a:spcPct val="0"/>
        </a:spcAft>
        <a:defRPr kumimoji="1" sz="3200" b="1">
          <a:solidFill>
            <a:srgbClr val="333399"/>
          </a:solidFill>
          <a:latin typeface="HY견고딕" pitchFamily="18" charset="-127"/>
          <a:ea typeface="HY견고딕" pitchFamily="18" charset="-127"/>
        </a:defRPr>
      </a:lvl5pPr>
      <a:lvl6pPr marL="457200" algn="l" rtl="0" fontAlgn="base" latinLnBrk="1">
        <a:spcBef>
          <a:spcPct val="0"/>
        </a:spcBef>
        <a:spcAft>
          <a:spcPct val="0"/>
        </a:spcAft>
        <a:defRPr kumimoji="1" sz="3200" b="1">
          <a:solidFill>
            <a:srgbClr val="333399"/>
          </a:solidFill>
          <a:latin typeface="HY견고딕" pitchFamily="18" charset="-127"/>
          <a:ea typeface="HY견고딕" pitchFamily="18" charset="-127"/>
        </a:defRPr>
      </a:lvl6pPr>
      <a:lvl7pPr marL="914400" algn="l" rtl="0" fontAlgn="base" latinLnBrk="1">
        <a:spcBef>
          <a:spcPct val="0"/>
        </a:spcBef>
        <a:spcAft>
          <a:spcPct val="0"/>
        </a:spcAft>
        <a:defRPr kumimoji="1" sz="3200" b="1">
          <a:solidFill>
            <a:srgbClr val="333399"/>
          </a:solidFill>
          <a:latin typeface="HY견고딕" pitchFamily="18" charset="-127"/>
          <a:ea typeface="HY견고딕" pitchFamily="18" charset="-127"/>
        </a:defRPr>
      </a:lvl7pPr>
      <a:lvl8pPr marL="1371600" algn="l" rtl="0" fontAlgn="base" latinLnBrk="1">
        <a:spcBef>
          <a:spcPct val="0"/>
        </a:spcBef>
        <a:spcAft>
          <a:spcPct val="0"/>
        </a:spcAft>
        <a:defRPr kumimoji="1" sz="3200" b="1">
          <a:solidFill>
            <a:srgbClr val="333399"/>
          </a:solidFill>
          <a:latin typeface="HY견고딕" pitchFamily="18" charset="-127"/>
          <a:ea typeface="HY견고딕" pitchFamily="18" charset="-127"/>
        </a:defRPr>
      </a:lvl8pPr>
      <a:lvl9pPr marL="1828800" algn="l" rtl="0" fontAlgn="base" latinLnBrk="1">
        <a:spcBef>
          <a:spcPct val="0"/>
        </a:spcBef>
        <a:spcAft>
          <a:spcPct val="0"/>
        </a:spcAft>
        <a:defRPr kumimoji="1" sz="3200" b="1">
          <a:solidFill>
            <a:srgbClr val="333399"/>
          </a:solidFill>
          <a:latin typeface="HY견고딕" pitchFamily="18" charset="-127"/>
          <a:ea typeface="HY견고딕" pitchFamily="18" charset="-127"/>
        </a:defRPr>
      </a:lvl9pPr>
    </p:titleStyle>
    <p:bodyStyle>
      <a:lvl1pPr marL="342900" indent="-342900" algn="l" rtl="0" eaLnBrk="0" fontAlgn="base" latinLnBrk="1" hangingPunct="0">
        <a:lnSpc>
          <a:spcPct val="120000"/>
        </a:lnSpc>
        <a:spcBef>
          <a:spcPct val="20000"/>
        </a:spcBef>
        <a:spcAft>
          <a:spcPct val="0"/>
        </a:spcAft>
        <a:buClr>
          <a:srgbClr val="003366"/>
        </a:buClr>
        <a:buFont typeface="Wingdings" panose="05000000000000000000" pitchFamily="2" charset="2"/>
        <a:buChar char="v"/>
        <a:defRPr kumimoji="1" sz="2400">
          <a:solidFill>
            <a:schemeClr val="tx1"/>
          </a:solidFill>
          <a:latin typeface="+mn-lt"/>
          <a:ea typeface="+mn-ea"/>
          <a:cs typeface="+mn-cs"/>
        </a:defRPr>
      </a:lvl1pPr>
      <a:lvl2pPr marL="742950" indent="-285750" algn="l" rtl="0" eaLnBrk="0" fontAlgn="base" latinLnBrk="1" hangingPunct="0">
        <a:lnSpc>
          <a:spcPct val="120000"/>
        </a:lnSpc>
        <a:spcBef>
          <a:spcPct val="20000"/>
        </a:spcBef>
        <a:spcAft>
          <a:spcPct val="0"/>
        </a:spcAft>
        <a:buClr>
          <a:srgbClr val="008080"/>
        </a:buClr>
        <a:buFont typeface="Wingdings" panose="05000000000000000000" pitchFamily="2" charset="2"/>
        <a:buChar char="§"/>
        <a:defRPr kumimoji="1" sz="2000">
          <a:solidFill>
            <a:srgbClr val="005250"/>
          </a:solidFill>
          <a:latin typeface="+mn-lt"/>
          <a:ea typeface="+mn-ea"/>
        </a:defRPr>
      </a:lvl2pPr>
      <a:lvl3pPr marL="1143000" indent="-228600" algn="l" rtl="0" eaLnBrk="0" fontAlgn="base" latinLnBrk="1" hangingPunct="0">
        <a:lnSpc>
          <a:spcPct val="120000"/>
        </a:lnSpc>
        <a:spcBef>
          <a:spcPct val="20000"/>
        </a:spcBef>
        <a:spcAft>
          <a:spcPct val="0"/>
        </a:spcAft>
        <a:buChar char="•"/>
        <a:defRPr kumimoji="1" sz="2000">
          <a:solidFill>
            <a:srgbClr val="777777"/>
          </a:solidFill>
          <a:latin typeface="+mn-lt"/>
          <a:ea typeface="+mn-ea"/>
        </a:defRPr>
      </a:lvl3pPr>
      <a:lvl4pPr marL="1600200" indent="-228600" algn="l" rtl="0" eaLnBrk="0" fontAlgn="base" latinLnBrk="1" hangingPunct="0">
        <a:lnSpc>
          <a:spcPct val="120000"/>
        </a:lnSpc>
        <a:spcBef>
          <a:spcPct val="20000"/>
        </a:spcBef>
        <a:spcAft>
          <a:spcPct val="0"/>
        </a:spcAft>
        <a:buBlip>
          <a:blip r:embed="rId17"/>
        </a:buBlip>
        <a:defRPr kumimoji="1" sz="2000">
          <a:solidFill>
            <a:srgbClr val="5F5F5F"/>
          </a:solidFill>
          <a:latin typeface="+mn-lt"/>
          <a:ea typeface="+mn-ea"/>
        </a:defRPr>
      </a:lvl4pPr>
      <a:lvl5pPr marL="2057400" indent="-228600" algn="l" rtl="0" eaLnBrk="0" fontAlgn="base" latinLnBrk="1" hangingPunct="0">
        <a:lnSpc>
          <a:spcPct val="120000"/>
        </a:lnSpc>
        <a:spcBef>
          <a:spcPct val="20000"/>
        </a:spcBef>
        <a:spcAft>
          <a:spcPct val="0"/>
        </a:spcAft>
        <a:buBlip>
          <a:blip r:embed="rId17"/>
        </a:buBlip>
        <a:defRPr kumimoji="1" sz="2000">
          <a:solidFill>
            <a:srgbClr val="5F5F5F"/>
          </a:solidFill>
          <a:latin typeface="+mn-lt"/>
          <a:ea typeface="+mn-ea"/>
        </a:defRPr>
      </a:lvl5pPr>
      <a:lvl6pPr marL="2514600" indent="-228600" algn="l" rtl="0" fontAlgn="base" latinLnBrk="1">
        <a:lnSpc>
          <a:spcPct val="120000"/>
        </a:lnSpc>
        <a:spcBef>
          <a:spcPct val="20000"/>
        </a:spcBef>
        <a:spcAft>
          <a:spcPct val="0"/>
        </a:spcAft>
        <a:buBlip>
          <a:blip r:embed="rId17"/>
        </a:buBlip>
        <a:defRPr kumimoji="1">
          <a:solidFill>
            <a:srgbClr val="5F5F5F"/>
          </a:solidFill>
          <a:latin typeface="+mn-lt"/>
          <a:ea typeface="+mn-ea"/>
        </a:defRPr>
      </a:lvl6pPr>
      <a:lvl7pPr marL="2971800" indent="-228600" algn="l" rtl="0" fontAlgn="base" latinLnBrk="1">
        <a:lnSpc>
          <a:spcPct val="120000"/>
        </a:lnSpc>
        <a:spcBef>
          <a:spcPct val="20000"/>
        </a:spcBef>
        <a:spcAft>
          <a:spcPct val="0"/>
        </a:spcAft>
        <a:buBlip>
          <a:blip r:embed="rId17"/>
        </a:buBlip>
        <a:defRPr kumimoji="1">
          <a:solidFill>
            <a:srgbClr val="5F5F5F"/>
          </a:solidFill>
          <a:latin typeface="+mn-lt"/>
          <a:ea typeface="+mn-ea"/>
        </a:defRPr>
      </a:lvl7pPr>
      <a:lvl8pPr marL="3429000" indent="-228600" algn="l" rtl="0" fontAlgn="base" latinLnBrk="1">
        <a:lnSpc>
          <a:spcPct val="120000"/>
        </a:lnSpc>
        <a:spcBef>
          <a:spcPct val="20000"/>
        </a:spcBef>
        <a:spcAft>
          <a:spcPct val="0"/>
        </a:spcAft>
        <a:buBlip>
          <a:blip r:embed="rId17"/>
        </a:buBlip>
        <a:defRPr kumimoji="1">
          <a:solidFill>
            <a:srgbClr val="5F5F5F"/>
          </a:solidFill>
          <a:latin typeface="+mn-lt"/>
          <a:ea typeface="+mn-ea"/>
        </a:defRPr>
      </a:lvl8pPr>
      <a:lvl9pPr marL="3886200" indent="-228600" algn="l" rtl="0" fontAlgn="base" latinLnBrk="1">
        <a:lnSpc>
          <a:spcPct val="120000"/>
        </a:lnSpc>
        <a:spcBef>
          <a:spcPct val="20000"/>
        </a:spcBef>
        <a:spcAft>
          <a:spcPct val="0"/>
        </a:spcAft>
        <a:buBlip>
          <a:blip r:embed="rId17"/>
        </a:buBlip>
        <a:defRPr kumimoji="1">
          <a:solidFill>
            <a:srgbClr val="5F5F5F"/>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2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2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3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3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3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4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43.xml.rels><?xml version="1.0" encoding="UTF-8" standalone="yes"?>
<Relationships xmlns="http://schemas.openxmlformats.org/package/2006/relationships"><Relationship Id="rId8" Type="http://schemas.openxmlformats.org/officeDocument/2006/relationships/image" Target="../media/image79.png"/><Relationship Id="rId3" Type="http://schemas.openxmlformats.org/officeDocument/2006/relationships/image" Target="../media/image74.png"/><Relationship Id="rId7" Type="http://schemas.openxmlformats.org/officeDocument/2006/relationships/image" Target="../media/image78.png"/><Relationship Id="rId2" Type="http://schemas.openxmlformats.org/officeDocument/2006/relationships/image" Target="../media/image72.png"/><Relationship Id="rId1" Type="http://schemas.openxmlformats.org/officeDocument/2006/relationships/slideLayout" Target="../slideLayouts/slideLayout2.xml"/><Relationship Id="rId6" Type="http://schemas.openxmlformats.org/officeDocument/2006/relationships/image" Target="../media/image77.png"/><Relationship Id="rId5" Type="http://schemas.openxmlformats.org/officeDocument/2006/relationships/image" Target="../media/image76.png"/><Relationship Id="rId10" Type="http://schemas.openxmlformats.org/officeDocument/2006/relationships/image" Target="../media/image81.png"/><Relationship Id="rId4" Type="http://schemas.openxmlformats.org/officeDocument/2006/relationships/image" Target="../media/image75.png"/><Relationship Id="rId9" Type="http://schemas.openxmlformats.org/officeDocument/2006/relationships/image" Target="../media/image80.png"/></Relationships>
</file>

<file path=ppt/slides/_rels/slide4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82.png"/><Relationship Id="rId1" Type="http://schemas.openxmlformats.org/officeDocument/2006/relationships/slideLayout" Target="../slideLayouts/slideLayout2.xml"/><Relationship Id="rId5" Type="http://schemas.openxmlformats.org/officeDocument/2006/relationships/image" Target="../media/image72.png"/><Relationship Id="rId4" Type="http://schemas.openxmlformats.org/officeDocument/2006/relationships/image" Target="../media/image75.png"/></Relationships>
</file>

<file path=ppt/slides/_rels/slide45.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 Id="rId5" Type="http://schemas.openxmlformats.org/officeDocument/2006/relationships/image" Target="../media/image83.png"/><Relationship Id="rId4" Type="http://schemas.openxmlformats.org/officeDocument/2006/relationships/image" Target="../media/image81.png"/></Relationships>
</file>

<file path=ppt/slides/_rels/slide4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84.png"/><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png"/></Relationships>
</file>

<file path=ppt/slides/_rels/slide47.xml.rels><?xml version="1.0" encoding="UTF-8" standalone="yes"?>
<Relationships xmlns="http://schemas.openxmlformats.org/package/2006/relationships"><Relationship Id="rId2" Type="http://schemas.openxmlformats.org/officeDocument/2006/relationships/image" Target="../media/image85.w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슬라이드 번호 개체 틀 3"/>
          <p:cNvSpPr>
            <a:spLocks noGrp="1"/>
          </p:cNvSpPr>
          <p:nvPr>
            <p:ph type="sldNum" sz="quarter" idx="10"/>
          </p:nvPr>
        </p:nvSpPr>
        <p:spPr>
          <a:noFill/>
        </p:spPr>
        <p:txBody>
          <a:bodyPr/>
          <a:lstStyle/>
          <a:p>
            <a:fld id="{361BE838-21C4-44E0-A59C-8FA45DC8143D}" type="slidenum">
              <a:rPr lang="en-US" altLang="ko-KR" smtClean="0"/>
              <a:pPr/>
              <a:t>1</a:t>
            </a:fld>
            <a:endParaRPr lang="en-US" altLang="ko-KR" dirty="0"/>
          </a:p>
        </p:txBody>
      </p:sp>
      <p:sp>
        <p:nvSpPr>
          <p:cNvPr id="12" name="직사각형 11"/>
          <p:cNvSpPr/>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dirty="0"/>
          </a:p>
        </p:txBody>
      </p:sp>
      <p:pic>
        <p:nvPicPr>
          <p:cNvPr id="3" name="그림 2">
            <a:extLst>
              <a:ext uri="{FF2B5EF4-FFF2-40B4-BE49-F238E27FC236}">
                <a16:creationId xmlns:a16="http://schemas.microsoft.com/office/drawing/2014/main" id="{94AF8AAE-C282-3B68-6483-9A3DEAD8030D}"/>
              </a:ext>
            </a:extLst>
          </p:cNvPr>
          <p:cNvPicPr>
            <a:picLocks noChangeAspect="1"/>
          </p:cNvPicPr>
          <p:nvPr/>
        </p:nvPicPr>
        <p:blipFill>
          <a:blip r:embed="rId2"/>
          <a:stretch>
            <a:fillRect/>
          </a:stretch>
        </p:blipFill>
        <p:spPr>
          <a:xfrm>
            <a:off x="0" y="28597"/>
            <a:ext cx="9144000" cy="6800806"/>
          </a:xfrm>
          <a:prstGeom prst="rect">
            <a:avLst/>
          </a:prstGeom>
        </p:spPr>
      </p:pic>
      <p:sp>
        <p:nvSpPr>
          <p:cNvPr id="2053" name="Rectangle 3"/>
          <p:cNvSpPr>
            <a:spLocks noGrp="1" noChangeArrowheads="1"/>
          </p:cNvSpPr>
          <p:nvPr>
            <p:ph type="subTitle" idx="1"/>
          </p:nvPr>
        </p:nvSpPr>
        <p:spPr>
          <a:xfrm>
            <a:off x="1360488" y="5445224"/>
            <a:ext cx="6400800" cy="503460"/>
          </a:xfrm>
        </p:spPr>
        <p:txBody>
          <a:bodyPr>
            <a:scene3d>
              <a:camera prst="orthographicFront"/>
              <a:lightRig rig="threePt" dir="t"/>
            </a:scene3d>
            <a:sp3d extrusionH="6350" contourW="6350"/>
          </a:bodyPr>
          <a:lstStyle/>
          <a:p>
            <a:pPr eaLnBrk="1" hangingPunct="1">
              <a:defRPr/>
            </a:pPr>
            <a:r>
              <a:rPr lang="ko-KR" altLang="en-US" sz="2000" b="1" dirty="0">
                <a:solidFill>
                  <a:schemeClr val="bg1"/>
                </a:solidFill>
                <a:effectLst>
                  <a:outerShdw blurRad="38100" dist="38100" dir="2700000" algn="tl">
                    <a:srgbClr val="000000">
                      <a:alpha val="43137"/>
                    </a:srgbClr>
                  </a:outerShdw>
                </a:effectLst>
                <a:latin typeface="맑은 고딕" panose="020B0503020000020004" pitchFamily="50" charset="-127"/>
                <a:ea typeface="맑은 고딕" panose="020B0503020000020004" pitchFamily="50" charset="-127"/>
              </a:rPr>
              <a:t>두원공과대학교 컴퓨터공학과 </a:t>
            </a:r>
            <a:r>
              <a:rPr lang="en-US" altLang="ko-KR" sz="2000" b="1" dirty="0">
                <a:solidFill>
                  <a:schemeClr val="bg1"/>
                </a:solidFill>
                <a:effectLst>
                  <a:outerShdw blurRad="38100" dist="38100" dir="2700000" algn="tl">
                    <a:srgbClr val="000000">
                      <a:alpha val="43137"/>
                    </a:srgbClr>
                  </a:outerShdw>
                </a:effectLst>
                <a:latin typeface="맑은 고딕" panose="020B0503020000020004" pitchFamily="50" charset="-127"/>
                <a:ea typeface="맑은 고딕" panose="020B0503020000020004" pitchFamily="50" charset="-127"/>
              </a:rPr>
              <a:t>2</a:t>
            </a:r>
            <a:r>
              <a:rPr lang="ko-KR" altLang="en-US" sz="2000" b="1" dirty="0">
                <a:solidFill>
                  <a:schemeClr val="bg1"/>
                </a:solidFill>
                <a:effectLst>
                  <a:outerShdw blurRad="38100" dist="38100" dir="2700000" algn="tl">
                    <a:srgbClr val="000000">
                      <a:alpha val="43137"/>
                    </a:srgbClr>
                  </a:outerShdw>
                </a:effectLst>
                <a:latin typeface="맑은 고딕" panose="020B0503020000020004" pitchFamily="50" charset="-127"/>
                <a:ea typeface="맑은 고딕" panose="020B0503020000020004" pitchFamily="50" charset="-127"/>
              </a:rPr>
              <a:t>학년</a:t>
            </a:r>
          </a:p>
        </p:txBody>
      </p:sp>
      <p:sp>
        <p:nvSpPr>
          <p:cNvPr id="10" name="제목 9"/>
          <p:cNvSpPr>
            <a:spLocks noGrp="1"/>
          </p:cNvSpPr>
          <p:nvPr>
            <p:ph type="ctrTitle"/>
          </p:nvPr>
        </p:nvSpPr>
        <p:spPr>
          <a:xfrm>
            <a:off x="490984" y="548680"/>
            <a:ext cx="8043416" cy="1616075"/>
          </a:xfrm>
        </p:spPr>
        <p:txBody>
          <a:bodyPr>
            <a:scene3d>
              <a:camera prst="orthographicFront"/>
              <a:lightRig rig="threePt" dir="t"/>
            </a:scene3d>
            <a:sp3d extrusionH="6350" contourW="6350"/>
          </a:bodyPr>
          <a:lstStyle/>
          <a:p>
            <a:pPr algn="ctr">
              <a:defRPr/>
            </a:pPr>
            <a:r>
              <a:rPr lang="en-US" altLang="ko-KR" sz="4000" dirty="0">
                <a:solidFill>
                  <a:srgbClr val="FFFF00"/>
                </a:solidFill>
              </a:rPr>
              <a:t>8</a:t>
            </a:r>
            <a:r>
              <a:rPr lang="ko-KR" altLang="en-US" sz="4000" dirty="0">
                <a:solidFill>
                  <a:srgbClr val="FFFF00"/>
                </a:solidFill>
              </a:rPr>
              <a:t>강</a:t>
            </a:r>
            <a:r>
              <a:rPr lang="en-US" altLang="ko-KR" sz="4000" dirty="0">
                <a:solidFill>
                  <a:srgbClr val="FFFF00"/>
                </a:solidFill>
              </a:rPr>
              <a:t>. OpenCV</a:t>
            </a:r>
            <a:br>
              <a:rPr lang="en-US" altLang="ko-KR" sz="4000" dirty="0">
                <a:solidFill>
                  <a:srgbClr val="FFFF00"/>
                </a:solidFill>
              </a:rPr>
            </a:br>
            <a:r>
              <a:rPr lang="en-US" altLang="ko-KR" sz="4000" dirty="0">
                <a:solidFill>
                  <a:srgbClr val="FFFF00"/>
                </a:solidFill>
              </a:rPr>
              <a:t>(</a:t>
            </a:r>
            <a:r>
              <a:rPr lang="ko-KR" altLang="en-US" sz="4000" dirty="0">
                <a:solidFill>
                  <a:srgbClr val="FFFF00"/>
                </a:solidFill>
              </a:rPr>
              <a:t>사진</a:t>
            </a:r>
            <a:r>
              <a:rPr lang="en-US" altLang="ko-KR" sz="4000" dirty="0">
                <a:solidFill>
                  <a:srgbClr val="FFFF00"/>
                </a:solidFill>
              </a:rPr>
              <a:t>/</a:t>
            </a:r>
            <a:r>
              <a:rPr lang="ko-KR" altLang="en-US" sz="4000" dirty="0">
                <a:solidFill>
                  <a:srgbClr val="FFFF00"/>
                </a:solidFill>
              </a:rPr>
              <a:t>영상 처리 기초</a:t>
            </a:r>
            <a:r>
              <a:rPr lang="en-US" altLang="ko-KR" sz="4000" dirty="0">
                <a:solidFill>
                  <a:srgbClr val="FFFF00"/>
                </a:solidFill>
              </a:rPr>
              <a:t>)</a:t>
            </a:r>
            <a:endParaRPr lang="ko-KR" altLang="en-US" sz="4000" dirty="0">
              <a:solidFill>
                <a:srgbClr val="FFFF00"/>
              </a:solidFill>
            </a:endParaRPr>
          </a:p>
        </p:txBody>
      </p:sp>
    </p:spTree>
  </p:cSld>
  <p:clrMapOvr>
    <a:masterClrMapping/>
  </p:clrMapOvr>
  <p:transition>
    <p:diamon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슬라이드 번호 개체 틀 3"/>
          <p:cNvSpPr>
            <a:spLocks noGrp="1"/>
          </p:cNvSpPr>
          <p:nvPr>
            <p:ph type="sldNum" sz="quarter" idx="10"/>
          </p:nvPr>
        </p:nvSpPr>
        <p:spPr>
          <a:noFill/>
        </p:spPr>
        <p:txBody>
          <a:bodyPr/>
          <a:lstStyle/>
          <a:p>
            <a:fld id="{36053847-62A1-4E89-8DAA-4521CF1C0422}" type="slidenum">
              <a:rPr lang="en-US" altLang="ko-KR" smtClean="0"/>
              <a:pPr/>
              <a:t>2</a:t>
            </a:fld>
            <a:endParaRPr lang="en-US" altLang="ko-KR"/>
          </a:p>
        </p:txBody>
      </p:sp>
      <p:sp>
        <p:nvSpPr>
          <p:cNvPr id="6" name="직사각형 5">
            <a:extLst>
              <a:ext uri="{FF2B5EF4-FFF2-40B4-BE49-F238E27FC236}">
                <a16:creationId xmlns:a16="http://schemas.microsoft.com/office/drawing/2014/main" id="{1C1CFBD8-781C-B3D5-71BB-31A4CAAF7AFB}"/>
              </a:ext>
            </a:extLst>
          </p:cNvPr>
          <p:cNvSpPr/>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dirty="0"/>
          </a:p>
        </p:txBody>
      </p:sp>
      <p:pic>
        <p:nvPicPr>
          <p:cNvPr id="4" name="그림 3">
            <a:extLst>
              <a:ext uri="{FF2B5EF4-FFF2-40B4-BE49-F238E27FC236}">
                <a16:creationId xmlns:a16="http://schemas.microsoft.com/office/drawing/2014/main" id="{907AD060-CF82-635D-7D43-1CB42C3C3C2B}"/>
              </a:ext>
            </a:extLst>
          </p:cNvPr>
          <p:cNvPicPr>
            <a:picLocks noChangeAspect="1"/>
          </p:cNvPicPr>
          <p:nvPr/>
        </p:nvPicPr>
        <p:blipFill>
          <a:blip r:embed="rId2"/>
          <a:stretch>
            <a:fillRect/>
          </a:stretch>
        </p:blipFill>
        <p:spPr>
          <a:xfrm>
            <a:off x="1989859" y="0"/>
            <a:ext cx="5164282" cy="6858000"/>
          </a:xfrm>
          <a:prstGeom prst="rect">
            <a:avLst/>
          </a:prstGeom>
        </p:spPr>
      </p:pic>
      <p:sp>
        <p:nvSpPr>
          <p:cNvPr id="2" name="TextBox 1">
            <a:extLst>
              <a:ext uri="{FF2B5EF4-FFF2-40B4-BE49-F238E27FC236}">
                <a16:creationId xmlns:a16="http://schemas.microsoft.com/office/drawing/2014/main" id="{E6B4C73E-7FC2-7114-BDB9-DEC5AA09CDE5}"/>
              </a:ext>
            </a:extLst>
          </p:cNvPr>
          <p:cNvSpPr txBox="1"/>
          <p:nvPr/>
        </p:nvSpPr>
        <p:spPr>
          <a:xfrm>
            <a:off x="649300" y="3068960"/>
            <a:ext cx="7845417" cy="1474506"/>
          </a:xfrm>
          <a:prstGeom prst="rect">
            <a:avLst/>
          </a:prstGeom>
          <a:solidFill>
            <a:srgbClr val="FFFFFF">
              <a:alpha val="80000"/>
            </a:srgbClr>
          </a:solidFill>
          <a:ln>
            <a:solidFill>
              <a:schemeClr val="tx1">
                <a:lumMod val="50000"/>
                <a:lumOff val="50000"/>
              </a:schemeClr>
            </a:solidFill>
          </a:ln>
        </p:spPr>
        <p:txBody>
          <a:bodyPr wrap="none" rtlCol="0">
            <a:spAutoFit/>
          </a:bodyPr>
          <a:lstStyle/>
          <a:p>
            <a:pPr algn="ctr">
              <a:lnSpc>
                <a:spcPct val="150000"/>
              </a:lnSpc>
            </a:pPr>
            <a:r>
              <a:rPr lang="ko-KR" altLang="en-US" sz="3200" b="1" dirty="0">
                <a:solidFill>
                  <a:srgbClr val="660033"/>
                </a:solidFill>
                <a:latin typeface="맑은 고딕" panose="020B0503020000020004" pitchFamily="50" charset="-127"/>
                <a:ea typeface="맑은 고딕" panose="020B0503020000020004" pitchFamily="50" charset="-127"/>
                <a:sym typeface="Wingdings" panose="05000000000000000000" pitchFamily="2" charset="2"/>
              </a:rPr>
              <a:t>나는</a:t>
            </a:r>
            <a:r>
              <a:rPr lang="en-US" altLang="ko-KR" sz="3200" b="1" dirty="0">
                <a:solidFill>
                  <a:srgbClr val="660033"/>
                </a:solidFill>
                <a:latin typeface="맑은 고딕" panose="020B0503020000020004" pitchFamily="50" charset="-127"/>
                <a:ea typeface="맑은 고딕" panose="020B0503020000020004" pitchFamily="50" charset="-127"/>
                <a:sym typeface="Wingdings" panose="05000000000000000000" pitchFamily="2" charset="2"/>
              </a:rPr>
              <a:t> </a:t>
            </a:r>
            <a:r>
              <a:rPr lang="ko-KR" altLang="en-US" sz="3200" b="1" dirty="0">
                <a:solidFill>
                  <a:srgbClr val="660033"/>
                </a:solidFill>
                <a:latin typeface="맑은 고딕" panose="020B0503020000020004" pitchFamily="50" charset="-127"/>
                <a:ea typeface="맑은 고딕" panose="020B0503020000020004" pitchFamily="50" charset="-127"/>
                <a:sym typeface="Wingdings" panose="05000000000000000000" pitchFamily="2" charset="2"/>
              </a:rPr>
              <a:t>압니다</a:t>
            </a:r>
            <a:r>
              <a:rPr lang="en-US" altLang="ko-KR" sz="3200" b="1" dirty="0">
                <a:solidFill>
                  <a:srgbClr val="660033"/>
                </a:solidFill>
                <a:latin typeface="맑은 고딕" panose="020B0503020000020004" pitchFamily="50" charset="-127"/>
                <a:ea typeface="맑은 고딕" panose="020B0503020000020004" pitchFamily="50" charset="-127"/>
                <a:sym typeface="Wingdings" panose="05000000000000000000" pitchFamily="2" charset="2"/>
              </a:rPr>
              <a:t>.</a:t>
            </a:r>
          </a:p>
          <a:p>
            <a:pPr marL="457200" indent="-457200" algn="ctr">
              <a:lnSpc>
                <a:spcPct val="150000"/>
              </a:lnSpc>
              <a:buFont typeface="Wingdings" panose="05000000000000000000" pitchFamily="2" charset="2"/>
              <a:buChar char="à"/>
            </a:pPr>
            <a:r>
              <a:rPr lang="ko-KR" altLang="en-US" sz="3200" b="1" dirty="0">
                <a:solidFill>
                  <a:srgbClr val="C00000"/>
                </a:solidFill>
                <a:latin typeface="맑은 고딕" panose="020B0503020000020004" pitchFamily="50" charset="-127"/>
                <a:ea typeface="맑은 고딕" panose="020B0503020000020004" pitchFamily="50" charset="-127"/>
                <a:sym typeface="Wingdings" panose="05000000000000000000" pitchFamily="2" charset="2"/>
              </a:rPr>
              <a:t>온전한 내 힘만으로는 강하지 않음</a:t>
            </a:r>
            <a:r>
              <a:rPr lang="ko-KR" altLang="en-US" sz="3200" b="1" dirty="0">
                <a:solidFill>
                  <a:srgbClr val="660033"/>
                </a:solidFill>
                <a:latin typeface="맑은 고딕" panose="020B0503020000020004" pitchFamily="50" charset="-127"/>
                <a:ea typeface="맑은 고딕" panose="020B0503020000020004" pitchFamily="50" charset="-127"/>
                <a:sym typeface="Wingdings" panose="05000000000000000000" pitchFamily="2" charset="2"/>
              </a:rPr>
              <a:t>을</a:t>
            </a:r>
            <a:r>
              <a:rPr lang="en-US" altLang="ko-KR" sz="3200" b="1" dirty="0">
                <a:solidFill>
                  <a:srgbClr val="660033"/>
                </a:solidFill>
                <a:latin typeface="맑은 고딕" panose="020B0503020000020004" pitchFamily="50" charset="-127"/>
                <a:ea typeface="맑은 고딕" panose="020B0503020000020004" pitchFamily="50" charset="-127"/>
                <a:sym typeface="Wingdings" panose="05000000000000000000" pitchFamily="2" charset="2"/>
              </a:rPr>
              <a:t>...</a:t>
            </a:r>
            <a:endParaRPr lang="ko-KR" altLang="en-US" sz="3200" b="1" dirty="0">
              <a:solidFill>
                <a:srgbClr val="FF0000"/>
              </a:solidFill>
              <a:effectLst>
                <a:outerShdw blurRad="38100" dist="38100" dir="2700000" algn="tl">
                  <a:srgbClr val="000000">
                    <a:alpha val="43137"/>
                  </a:srgbClr>
                </a:outerShdw>
              </a:effectLst>
              <a:latin typeface="맑은 고딕" panose="020B0503020000020004" pitchFamily="50" charset="-127"/>
              <a:ea typeface="맑은 고딕" panose="020B0503020000020004" pitchFamily="50" charset="-127"/>
            </a:endParaRPr>
          </a:p>
        </p:txBody>
      </p:sp>
    </p:spTree>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6837AAA-9225-BF7A-E059-120515509C52}"/>
              </a:ext>
            </a:extLst>
          </p:cNvPr>
          <p:cNvSpPr>
            <a:spLocks noGrp="1"/>
          </p:cNvSpPr>
          <p:nvPr>
            <p:ph type="title"/>
          </p:nvPr>
        </p:nvSpPr>
        <p:spPr/>
        <p:txBody>
          <a:bodyPr/>
          <a:lstStyle/>
          <a:p>
            <a:r>
              <a:rPr lang="ko-KR" altLang="en-US" dirty="0"/>
              <a:t>생각 더하기</a:t>
            </a:r>
          </a:p>
        </p:txBody>
      </p:sp>
      <p:sp>
        <p:nvSpPr>
          <p:cNvPr id="4" name="슬라이드 번호 개체 틀 3">
            <a:extLst>
              <a:ext uri="{FF2B5EF4-FFF2-40B4-BE49-F238E27FC236}">
                <a16:creationId xmlns:a16="http://schemas.microsoft.com/office/drawing/2014/main" id="{C7D299EF-1918-3AF4-E997-ADA91BD42850}"/>
              </a:ext>
            </a:extLst>
          </p:cNvPr>
          <p:cNvSpPr>
            <a:spLocks noGrp="1"/>
          </p:cNvSpPr>
          <p:nvPr>
            <p:ph type="sldNum" sz="quarter" idx="10"/>
          </p:nvPr>
        </p:nvSpPr>
        <p:spPr/>
        <p:txBody>
          <a:bodyPr/>
          <a:lstStyle/>
          <a:p>
            <a:pPr>
              <a:defRPr/>
            </a:pPr>
            <a:fld id="{6377C9E6-AAC5-4CE3-AEB9-B27125AB2F75}" type="slidenum">
              <a:rPr lang="en-US" altLang="ko-KR" smtClean="0"/>
              <a:pPr>
                <a:defRPr/>
              </a:pPr>
              <a:t>3</a:t>
            </a:fld>
            <a:endParaRPr lang="en-US" altLang="ko-KR"/>
          </a:p>
        </p:txBody>
      </p:sp>
      <p:sp>
        <p:nvSpPr>
          <p:cNvPr id="5" name="AutoShape 7">
            <a:extLst>
              <a:ext uri="{FF2B5EF4-FFF2-40B4-BE49-F238E27FC236}">
                <a16:creationId xmlns:a16="http://schemas.microsoft.com/office/drawing/2014/main" id="{89726EAC-9563-E113-C8EF-5A4608B19C1F}"/>
              </a:ext>
            </a:extLst>
          </p:cNvPr>
          <p:cNvSpPr>
            <a:spLocks noChangeArrowheads="1"/>
          </p:cNvSpPr>
          <p:nvPr/>
        </p:nvSpPr>
        <p:spPr bwMode="auto">
          <a:xfrm>
            <a:off x="60325" y="1052736"/>
            <a:ext cx="8997950" cy="431800"/>
          </a:xfrm>
          <a:prstGeom prst="roundRect">
            <a:avLst>
              <a:gd name="adj" fmla="val 0"/>
            </a:avLst>
          </a:prstGeom>
          <a:solidFill>
            <a:srgbClr val="FFFFCC"/>
          </a:solidFill>
          <a:ln w="19050">
            <a:solidFill>
              <a:srgbClr val="339966"/>
            </a:solidFill>
            <a:round/>
            <a:headEnd/>
            <a:tailEnd/>
          </a:ln>
        </p:spPr>
        <p:txBody>
          <a:bodyPr wrap="none" anchor="ctr"/>
          <a:lstStyle/>
          <a:p>
            <a:pPr algn="just"/>
            <a:r>
              <a:rPr lang="ko-KR" altLang="en-US" sz="2400" dirty="0">
                <a:solidFill>
                  <a:srgbClr val="339966"/>
                </a:solidFill>
                <a:latin typeface="+mn-ea"/>
                <a:ea typeface="+mn-ea"/>
              </a:rPr>
              <a:t>장</a:t>
            </a:r>
            <a:r>
              <a:rPr lang="en-US" altLang="ko-KR" sz="2400" dirty="0">
                <a:solidFill>
                  <a:srgbClr val="339966"/>
                </a:solidFill>
                <a:latin typeface="+mn-ea"/>
                <a:ea typeface="+mn-ea"/>
              </a:rPr>
              <a:t> </a:t>
            </a:r>
            <a:r>
              <a:rPr lang="ko-KR" altLang="en-US" sz="2400" dirty="0">
                <a:solidFill>
                  <a:srgbClr val="339966"/>
                </a:solidFill>
                <a:latin typeface="+mn-ea"/>
                <a:ea typeface="+mn-ea"/>
              </a:rPr>
              <a:t>자크 루소의 명언</a:t>
            </a:r>
            <a:endParaRPr lang="en-US" altLang="ko-KR" sz="2400" dirty="0">
              <a:solidFill>
                <a:schemeClr val="tx1">
                  <a:lumMod val="50000"/>
                  <a:lumOff val="50000"/>
                </a:schemeClr>
              </a:solidFill>
              <a:latin typeface="+mn-ea"/>
              <a:ea typeface="+mn-ea"/>
            </a:endParaRPr>
          </a:p>
        </p:txBody>
      </p:sp>
      <p:sp>
        <p:nvSpPr>
          <p:cNvPr id="6" name="Rectangle 8">
            <a:extLst>
              <a:ext uri="{FF2B5EF4-FFF2-40B4-BE49-F238E27FC236}">
                <a16:creationId xmlns:a16="http://schemas.microsoft.com/office/drawing/2014/main" id="{8C88A8E1-671F-10F7-DF36-A829A93D7178}"/>
              </a:ext>
            </a:extLst>
          </p:cNvPr>
          <p:cNvSpPr>
            <a:spLocks noChangeArrowheads="1"/>
          </p:cNvSpPr>
          <p:nvPr/>
        </p:nvSpPr>
        <p:spPr bwMode="auto">
          <a:xfrm>
            <a:off x="60326" y="1484536"/>
            <a:ext cx="8997950" cy="4891087"/>
          </a:xfrm>
          <a:prstGeom prst="rect">
            <a:avLst/>
          </a:prstGeom>
          <a:solidFill>
            <a:schemeClr val="bg1"/>
          </a:solidFill>
          <a:ln w="19050">
            <a:solidFill>
              <a:srgbClr val="339966"/>
            </a:solidFill>
            <a:miter lim="800000"/>
            <a:headEnd/>
            <a:tailEnd/>
          </a:ln>
        </p:spPr>
        <p:txBody>
          <a:bodyPr anchor="ctr"/>
          <a:lstStyle/>
          <a:p>
            <a:pPr>
              <a:lnSpc>
                <a:spcPct val="150000"/>
              </a:lnSpc>
            </a:pPr>
            <a:r>
              <a:rPr lang="ko-KR" altLang="en-US" sz="2000" b="0" i="0" dirty="0">
                <a:solidFill>
                  <a:srgbClr val="181818"/>
                </a:solidFill>
                <a:effectLst/>
                <a:latin typeface="휴먼편지체" panose="02030504000101010101" pitchFamily="18" charset="-127"/>
                <a:ea typeface="휴먼편지체" panose="02030504000101010101" pitchFamily="18" charset="-127"/>
              </a:rPr>
              <a:t>산다는 것은 숨쉬는 것이 아니라 행동하는 것이다</a:t>
            </a:r>
            <a:r>
              <a:rPr lang="en-US" altLang="ko-KR" sz="2000" b="0" i="0" dirty="0">
                <a:solidFill>
                  <a:srgbClr val="181818"/>
                </a:solidFill>
                <a:effectLst/>
                <a:latin typeface="휴먼편지체" panose="02030504000101010101" pitchFamily="18" charset="-127"/>
                <a:ea typeface="휴먼편지체" panose="02030504000101010101" pitchFamily="18" charset="-127"/>
              </a:rPr>
              <a:t>. </a:t>
            </a:r>
          </a:p>
          <a:p>
            <a:pPr>
              <a:lnSpc>
                <a:spcPct val="150000"/>
              </a:lnSpc>
            </a:pPr>
            <a:r>
              <a:rPr lang="ko-KR" altLang="en-US" sz="2000" b="0" i="0" dirty="0">
                <a:solidFill>
                  <a:srgbClr val="181818"/>
                </a:solidFill>
                <a:effectLst/>
                <a:latin typeface="휴먼편지체" panose="02030504000101010101" pitchFamily="18" charset="-127"/>
                <a:ea typeface="휴먼편지체" panose="02030504000101010101" pitchFamily="18" charset="-127"/>
              </a:rPr>
              <a:t>그것은 우리의 모든 부분</a:t>
            </a:r>
            <a:r>
              <a:rPr lang="en-US" altLang="ko-KR" sz="2000" b="0" i="0" dirty="0">
                <a:solidFill>
                  <a:srgbClr val="181818"/>
                </a:solidFill>
                <a:effectLst/>
                <a:latin typeface="휴먼편지체" panose="02030504000101010101" pitchFamily="18" charset="-127"/>
                <a:ea typeface="휴먼편지체" panose="02030504000101010101" pitchFamily="18" charset="-127"/>
              </a:rPr>
              <a:t>, </a:t>
            </a:r>
            <a:r>
              <a:rPr lang="ko-KR" altLang="en-US" sz="2000" b="0" i="0" dirty="0">
                <a:solidFill>
                  <a:srgbClr val="181818"/>
                </a:solidFill>
                <a:effectLst/>
                <a:latin typeface="휴먼편지체" panose="02030504000101010101" pitchFamily="18" charset="-127"/>
                <a:ea typeface="휴먼편지체" panose="02030504000101010101" pitchFamily="18" charset="-127"/>
              </a:rPr>
              <a:t>즉</a:t>
            </a:r>
            <a:r>
              <a:rPr lang="en-US" altLang="ko-KR" sz="2000" b="0" i="0" dirty="0">
                <a:solidFill>
                  <a:srgbClr val="181818"/>
                </a:solidFill>
                <a:effectLst/>
                <a:latin typeface="휴먼편지체" panose="02030504000101010101" pitchFamily="18" charset="-127"/>
                <a:ea typeface="휴먼편지체" panose="02030504000101010101" pitchFamily="18" charset="-127"/>
              </a:rPr>
              <a:t>, </a:t>
            </a:r>
            <a:r>
              <a:rPr lang="ko-KR" altLang="en-US" sz="2000" b="0" i="0" dirty="0">
                <a:solidFill>
                  <a:srgbClr val="181818"/>
                </a:solidFill>
                <a:effectLst/>
                <a:latin typeface="휴먼편지체" panose="02030504000101010101" pitchFamily="18" charset="-127"/>
                <a:ea typeface="휴먼편지체" panose="02030504000101010101" pitchFamily="18" charset="-127"/>
              </a:rPr>
              <a:t>기관</a:t>
            </a:r>
            <a:r>
              <a:rPr lang="en-US" altLang="ko-KR" sz="2000" b="0" i="0" dirty="0">
                <a:solidFill>
                  <a:srgbClr val="181818"/>
                </a:solidFill>
                <a:effectLst/>
                <a:latin typeface="휴먼편지체" panose="02030504000101010101" pitchFamily="18" charset="-127"/>
                <a:ea typeface="휴먼편지체" panose="02030504000101010101" pitchFamily="18" charset="-127"/>
              </a:rPr>
              <a:t>, </a:t>
            </a:r>
            <a:r>
              <a:rPr lang="ko-KR" altLang="en-US" sz="2000" b="0" i="0" dirty="0">
                <a:solidFill>
                  <a:srgbClr val="181818"/>
                </a:solidFill>
                <a:effectLst/>
                <a:latin typeface="휴먼편지체" panose="02030504000101010101" pitchFamily="18" charset="-127"/>
                <a:ea typeface="휴먼편지체" panose="02030504000101010101" pitchFamily="18" charset="-127"/>
              </a:rPr>
              <a:t>감각</a:t>
            </a:r>
            <a:r>
              <a:rPr lang="en-US" altLang="ko-KR" sz="2000" b="0" i="0" dirty="0">
                <a:solidFill>
                  <a:srgbClr val="181818"/>
                </a:solidFill>
                <a:effectLst/>
                <a:latin typeface="휴먼편지체" panose="02030504000101010101" pitchFamily="18" charset="-127"/>
                <a:ea typeface="휴먼편지체" panose="02030504000101010101" pitchFamily="18" charset="-127"/>
              </a:rPr>
              <a:t>, </a:t>
            </a:r>
            <a:r>
              <a:rPr lang="ko-KR" altLang="en-US" sz="2000" b="0" i="0" dirty="0">
                <a:solidFill>
                  <a:srgbClr val="181818"/>
                </a:solidFill>
                <a:effectLst/>
                <a:latin typeface="휴먼편지체" panose="02030504000101010101" pitchFamily="18" charset="-127"/>
                <a:ea typeface="휴먼편지체" panose="02030504000101010101" pitchFamily="18" charset="-127"/>
              </a:rPr>
              <a:t>능력을 </a:t>
            </a:r>
            <a:endParaRPr lang="en-US" altLang="ko-KR" sz="2000" b="0" i="0" dirty="0">
              <a:solidFill>
                <a:srgbClr val="181818"/>
              </a:solidFill>
              <a:effectLst/>
              <a:latin typeface="휴먼편지체" panose="02030504000101010101" pitchFamily="18" charset="-127"/>
              <a:ea typeface="휴먼편지체" panose="02030504000101010101" pitchFamily="18" charset="-127"/>
            </a:endParaRPr>
          </a:p>
          <a:p>
            <a:pPr>
              <a:lnSpc>
                <a:spcPct val="150000"/>
              </a:lnSpc>
            </a:pPr>
            <a:r>
              <a:rPr lang="ko-KR" altLang="en-US" sz="2000" b="0" i="0" dirty="0">
                <a:solidFill>
                  <a:srgbClr val="181818"/>
                </a:solidFill>
                <a:effectLst/>
                <a:latin typeface="휴먼편지체" panose="02030504000101010101" pitchFamily="18" charset="-127"/>
                <a:ea typeface="휴먼편지체" panose="02030504000101010101" pitchFamily="18" charset="-127"/>
              </a:rPr>
              <a:t>사용하는 것이며</a:t>
            </a:r>
            <a:r>
              <a:rPr lang="en-US" altLang="ko-KR" sz="2000" b="0" i="0" dirty="0">
                <a:solidFill>
                  <a:srgbClr val="181818"/>
                </a:solidFill>
                <a:effectLst/>
                <a:latin typeface="휴먼편지체" panose="02030504000101010101" pitchFamily="18" charset="-127"/>
                <a:ea typeface="휴먼편지체" panose="02030504000101010101" pitchFamily="18" charset="-127"/>
              </a:rPr>
              <a:t>, </a:t>
            </a:r>
            <a:r>
              <a:rPr lang="ko-KR" altLang="en-US" sz="2000" b="0" i="0" dirty="0">
                <a:solidFill>
                  <a:srgbClr val="181818"/>
                </a:solidFill>
                <a:effectLst/>
                <a:latin typeface="휴먼편지체" panose="02030504000101010101" pitchFamily="18" charset="-127"/>
                <a:ea typeface="휴먼편지체" panose="02030504000101010101" pitchFamily="18" charset="-127"/>
              </a:rPr>
              <a:t>이로부터 우리는 살아 있음을 느낀다</a:t>
            </a:r>
            <a:r>
              <a:rPr lang="en-US" altLang="ko-KR" sz="2000" b="0" i="0" dirty="0">
                <a:solidFill>
                  <a:srgbClr val="181818"/>
                </a:solidFill>
                <a:effectLst/>
                <a:latin typeface="휴먼편지체" panose="02030504000101010101" pitchFamily="18" charset="-127"/>
                <a:ea typeface="휴먼편지체" panose="02030504000101010101" pitchFamily="18" charset="-127"/>
              </a:rPr>
              <a:t>. </a:t>
            </a:r>
          </a:p>
          <a:p>
            <a:pPr>
              <a:lnSpc>
                <a:spcPct val="150000"/>
              </a:lnSpc>
            </a:pPr>
            <a:r>
              <a:rPr lang="ko-KR" altLang="en-US" sz="2000" b="0" i="0" dirty="0">
                <a:solidFill>
                  <a:srgbClr val="181818"/>
                </a:solidFill>
                <a:effectLst/>
                <a:latin typeface="휴먼편지체" panose="02030504000101010101" pitchFamily="18" charset="-127"/>
                <a:ea typeface="휴먼편지체" panose="02030504000101010101" pitchFamily="18" charset="-127"/>
              </a:rPr>
              <a:t>최고로 잘 산 사람은 가장 오래 산 사람이 아니라 </a:t>
            </a:r>
            <a:endParaRPr lang="en-US" altLang="ko-KR" sz="2000" b="0" i="0" dirty="0">
              <a:solidFill>
                <a:srgbClr val="181818"/>
              </a:solidFill>
              <a:effectLst/>
              <a:latin typeface="휴먼편지체" panose="02030504000101010101" pitchFamily="18" charset="-127"/>
              <a:ea typeface="휴먼편지체" panose="02030504000101010101" pitchFamily="18" charset="-127"/>
            </a:endParaRPr>
          </a:p>
          <a:p>
            <a:pPr>
              <a:lnSpc>
                <a:spcPct val="150000"/>
              </a:lnSpc>
            </a:pPr>
            <a:r>
              <a:rPr lang="ko-KR" altLang="en-US" sz="2000" b="0" i="0" dirty="0">
                <a:solidFill>
                  <a:srgbClr val="181818"/>
                </a:solidFill>
                <a:effectLst/>
                <a:latin typeface="휴먼편지체" panose="02030504000101010101" pitchFamily="18" charset="-127"/>
                <a:ea typeface="휴먼편지체" panose="02030504000101010101" pitchFamily="18" charset="-127"/>
              </a:rPr>
              <a:t>인생을 가장 많이 느낀 사람이다</a:t>
            </a:r>
            <a:r>
              <a:rPr lang="en-US" altLang="ko-KR" sz="2000" b="0" i="0" dirty="0">
                <a:solidFill>
                  <a:srgbClr val="181818"/>
                </a:solidFill>
                <a:effectLst/>
                <a:latin typeface="휴먼편지체" panose="02030504000101010101" pitchFamily="18" charset="-127"/>
                <a:ea typeface="휴먼편지체" panose="02030504000101010101" pitchFamily="18" charset="-127"/>
              </a:rPr>
              <a:t>.</a:t>
            </a:r>
            <a:endParaRPr lang="en-US" altLang="ko-KR" sz="2000" b="1" dirty="0">
              <a:solidFill>
                <a:srgbClr val="000000"/>
              </a:solidFill>
              <a:latin typeface="휴먼편지체" panose="02030504000101010101" pitchFamily="18" charset="-127"/>
              <a:ea typeface="휴먼편지체" panose="02030504000101010101" pitchFamily="18" charset="-127"/>
            </a:endParaRPr>
          </a:p>
          <a:p>
            <a:pPr>
              <a:lnSpc>
                <a:spcPct val="150000"/>
              </a:lnSpc>
            </a:pPr>
            <a:r>
              <a:rPr lang="en-US" altLang="ko-KR" sz="2000" b="1" i="0" dirty="0">
                <a:solidFill>
                  <a:srgbClr val="800000"/>
                </a:solidFill>
                <a:effectLst/>
                <a:latin typeface="휴먼편지체" panose="02030504000101010101" pitchFamily="18" charset="-127"/>
                <a:ea typeface="휴먼편지체" panose="02030504000101010101" pitchFamily="18" charset="-127"/>
              </a:rPr>
              <a:t>― </a:t>
            </a:r>
            <a:r>
              <a:rPr lang="ko-KR" altLang="en-US" sz="2000" b="1" i="0" dirty="0">
                <a:solidFill>
                  <a:srgbClr val="800000"/>
                </a:solidFill>
                <a:effectLst/>
                <a:latin typeface="휴먼편지체" panose="02030504000101010101" pitchFamily="18" charset="-127"/>
                <a:ea typeface="휴먼편지체" panose="02030504000101010101" pitchFamily="18" charset="-127"/>
              </a:rPr>
              <a:t>장 자크 루소 </a:t>
            </a:r>
            <a:r>
              <a:rPr lang="en-US" altLang="ko-KR" sz="2000" b="1" i="0" dirty="0">
                <a:solidFill>
                  <a:srgbClr val="800000"/>
                </a:solidFill>
                <a:effectLst/>
                <a:latin typeface="휴먼편지체" panose="02030504000101010101" pitchFamily="18" charset="-127"/>
                <a:ea typeface="휴먼편지체" panose="02030504000101010101" pitchFamily="18" charset="-127"/>
              </a:rPr>
              <a:t>(Jean-Jacques Rousseau)</a:t>
            </a:r>
          </a:p>
          <a:p>
            <a:pPr>
              <a:lnSpc>
                <a:spcPct val="150000"/>
              </a:lnSpc>
            </a:pPr>
            <a:endParaRPr kumimoji="0" lang="ko-KR" altLang="ko-KR" sz="2000" b="1" i="0" u="none" strike="noStrike" cap="none" normalizeH="0" baseline="0" dirty="0">
              <a:ln>
                <a:noFill/>
              </a:ln>
              <a:effectLst/>
              <a:latin typeface="맑은 고딕" panose="020B0503020000020004" pitchFamily="50" charset="-127"/>
              <a:ea typeface="맑은 고딕" panose="020B0503020000020004" pitchFamily="50" charset="-127"/>
            </a:endParaRPr>
          </a:p>
          <a:p>
            <a:pPr>
              <a:lnSpc>
                <a:spcPct val="150000"/>
              </a:lnSpc>
            </a:pPr>
            <a:r>
              <a:rPr lang="en-US" altLang="ko-KR" sz="2000" b="0" i="1" dirty="0">
                <a:solidFill>
                  <a:schemeClr val="accent1">
                    <a:lumMod val="50000"/>
                  </a:schemeClr>
                </a:solidFill>
                <a:effectLst/>
                <a:latin typeface="Narkisim" panose="020F0502020204030204" pitchFamily="34" charset="-79"/>
                <a:cs typeface="Narkisim" panose="020F0502020204030204" pitchFamily="34" charset="-79"/>
              </a:rPr>
              <a:t>To live is not to breathe but to act. It is to make use of our organs, our senses, our faculties, of all the parts of ourselves which give us the sentiment of our existence. The man who has lived the most is not he who has counted the most years but he who has most felt life.</a:t>
            </a:r>
            <a:endParaRPr lang="en-US" altLang="ko-KR" sz="2000" b="1" i="1" dirty="0">
              <a:solidFill>
                <a:schemeClr val="accent1">
                  <a:lumMod val="50000"/>
                </a:schemeClr>
              </a:solidFill>
              <a:effectLst/>
              <a:latin typeface="Narkisim" panose="020F0502020204030204" pitchFamily="34" charset="-79"/>
              <a:cs typeface="Narkisim" panose="020F0502020204030204" pitchFamily="34" charset="-79"/>
            </a:endParaRPr>
          </a:p>
        </p:txBody>
      </p:sp>
      <p:pic>
        <p:nvPicPr>
          <p:cNvPr id="7" name="Picture 10" descr="mouse">
            <a:extLst>
              <a:ext uri="{FF2B5EF4-FFF2-40B4-BE49-F238E27FC236}">
                <a16:creationId xmlns:a16="http://schemas.microsoft.com/office/drawing/2014/main" id="{1CBFBD61-7228-2393-82AD-793AFFAC19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59813" y="11255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72541CC0-CBFF-6EBE-8827-6D15109E1EE1}"/>
              </a:ext>
            </a:extLst>
          </p:cNvPr>
          <p:cNvSpPr txBox="1"/>
          <p:nvPr/>
        </p:nvSpPr>
        <p:spPr>
          <a:xfrm>
            <a:off x="5991422" y="3877288"/>
            <a:ext cx="3034805" cy="830997"/>
          </a:xfrm>
          <a:prstGeom prst="rect">
            <a:avLst/>
          </a:prstGeom>
          <a:noFill/>
        </p:spPr>
        <p:txBody>
          <a:bodyPr wrap="none" rtlCol="0">
            <a:spAutoFit/>
          </a:bodyPr>
          <a:lstStyle/>
          <a:p>
            <a:r>
              <a:rPr lang="en-US" altLang="ko-KR" sz="1200" dirty="0">
                <a:solidFill>
                  <a:schemeClr val="tx1">
                    <a:lumMod val="50000"/>
                    <a:lumOff val="50000"/>
                  </a:schemeClr>
                </a:solidFill>
                <a:latin typeface="맑은 고딕" panose="020B0503020000020004" pitchFamily="50" charset="-127"/>
                <a:ea typeface="맑은 고딕" panose="020B0503020000020004" pitchFamily="50" charset="-127"/>
              </a:rPr>
              <a:t>&lt;Jean-Jacques Rousseau, 1712~1778&gt;</a:t>
            </a:r>
          </a:p>
          <a:p>
            <a:pPr marL="144000" indent="-144000">
              <a:buFont typeface="Arial" panose="020B0604020202020204" pitchFamily="34" charset="0"/>
              <a:buChar char="•"/>
            </a:pPr>
            <a:r>
              <a:rPr lang="ko-KR" altLang="en-US" sz="1200" dirty="0">
                <a:solidFill>
                  <a:schemeClr val="tx1">
                    <a:lumMod val="50000"/>
                    <a:lumOff val="50000"/>
                  </a:schemeClr>
                </a:solidFill>
                <a:latin typeface="맑은 고딕" panose="020B0503020000020004" pitchFamily="50" charset="-127"/>
                <a:ea typeface="맑은 고딕" panose="020B0503020000020004" pitchFamily="50" charset="-127"/>
              </a:rPr>
              <a:t>스위스</a:t>
            </a:r>
            <a:r>
              <a:rPr lang="en-US" altLang="ko-KR" sz="1200" dirty="0">
                <a:solidFill>
                  <a:schemeClr val="tx1">
                    <a:lumMod val="50000"/>
                    <a:lumOff val="50000"/>
                  </a:schemeClr>
                </a:solidFill>
                <a:latin typeface="맑은 고딕" panose="020B0503020000020004" pitchFamily="50" charset="-127"/>
                <a:ea typeface="맑은 고딕" panose="020B0503020000020004" pitchFamily="50" charset="-127"/>
              </a:rPr>
              <a:t> </a:t>
            </a:r>
            <a:r>
              <a:rPr lang="ko-KR" altLang="en-US" sz="1200" dirty="0">
                <a:solidFill>
                  <a:schemeClr val="tx1">
                    <a:lumMod val="50000"/>
                    <a:lumOff val="50000"/>
                  </a:schemeClr>
                </a:solidFill>
                <a:latin typeface="맑은 고딕" panose="020B0503020000020004" pitchFamily="50" charset="-127"/>
                <a:ea typeface="맑은 고딕" panose="020B0503020000020004" pitchFamily="50" charset="-127"/>
              </a:rPr>
              <a:t>출신의 프랑스 철학자</a:t>
            </a:r>
            <a:endParaRPr lang="en-US" altLang="ko-KR" sz="1200" dirty="0">
              <a:solidFill>
                <a:schemeClr val="tx1">
                  <a:lumMod val="50000"/>
                  <a:lumOff val="50000"/>
                </a:schemeClr>
              </a:solidFill>
              <a:latin typeface="맑은 고딕" panose="020B0503020000020004" pitchFamily="50" charset="-127"/>
              <a:ea typeface="맑은 고딕" panose="020B0503020000020004" pitchFamily="50" charset="-127"/>
            </a:endParaRPr>
          </a:p>
          <a:p>
            <a:pPr marL="144000" indent="-144000">
              <a:buFont typeface="Arial" panose="020B0604020202020204" pitchFamily="34" charset="0"/>
              <a:buChar char="•"/>
            </a:pPr>
            <a:r>
              <a:rPr lang="ko-KR" altLang="en-US" sz="1200" dirty="0">
                <a:solidFill>
                  <a:schemeClr val="tx1">
                    <a:lumMod val="50000"/>
                    <a:lumOff val="50000"/>
                  </a:schemeClr>
                </a:solidFill>
                <a:latin typeface="맑은 고딕" panose="020B0503020000020004" pitchFamily="50" charset="-127"/>
                <a:ea typeface="맑은 고딕" panose="020B0503020000020004" pitchFamily="50" charset="-127"/>
              </a:rPr>
              <a:t>인민주권론 </a:t>
            </a:r>
            <a:r>
              <a:rPr lang="en-US" altLang="ko-KR" sz="1200" dirty="0">
                <a:solidFill>
                  <a:schemeClr val="tx1">
                    <a:lumMod val="50000"/>
                    <a:lumOff val="50000"/>
                  </a:schemeClr>
                </a:solidFill>
                <a:latin typeface="맑은 고딕" panose="020B0503020000020004" pitchFamily="50" charset="-127"/>
                <a:ea typeface="맑은 고딕" panose="020B0503020000020004" pitchFamily="50" charset="-127"/>
                <a:sym typeface="Wingdings" panose="05000000000000000000" pitchFamily="2" charset="2"/>
              </a:rPr>
              <a:t> </a:t>
            </a:r>
            <a:r>
              <a:rPr lang="ko-KR" altLang="en-US" sz="1200" dirty="0">
                <a:solidFill>
                  <a:schemeClr val="tx1">
                    <a:lumMod val="50000"/>
                    <a:lumOff val="50000"/>
                  </a:schemeClr>
                </a:solidFill>
                <a:latin typeface="맑은 고딕" panose="020B0503020000020004" pitchFamily="50" charset="-127"/>
                <a:ea typeface="맑은 고딕" panose="020B0503020000020004" pitchFamily="50" charset="-127"/>
                <a:sym typeface="Wingdings" panose="05000000000000000000" pitchFamily="2" charset="2"/>
              </a:rPr>
              <a:t>민주주의의 이론적 토대</a:t>
            </a:r>
            <a:endParaRPr lang="en-US" altLang="ko-KR" sz="1200" dirty="0">
              <a:solidFill>
                <a:schemeClr val="tx1">
                  <a:lumMod val="50000"/>
                  <a:lumOff val="50000"/>
                </a:schemeClr>
              </a:solidFill>
              <a:latin typeface="맑은 고딕" panose="020B0503020000020004" pitchFamily="50" charset="-127"/>
              <a:ea typeface="맑은 고딕" panose="020B0503020000020004" pitchFamily="50" charset="-127"/>
              <a:sym typeface="Wingdings" panose="05000000000000000000" pitchFamily="2" charset="2"/>
            </a:endParaRPr>
          </a:p>
          <a:p>
            <a:pPr marL="144000" indent="-144000">
              <a:buFont typeface="Arial" panose="020B0604020202020204" pitchFamily="34" charset="0"/>
              <a:buChar char="•"/>
            </a:pPr>
            <a:r>
              <a:rPr lang="ko-KR" altLang="en-US" sz="1200" dirty="0">
                <a:solidFill>
                  <a:schemeClr val="tx1">
                    <a:lumMod val="50000"/>
                    <a:lumOff val="50000"/>
                  </a:schemeClr>
                </a:solidFill>
                <a:latin typeface="맑은 고딕" panose="020B0503020000020004" pitchFamily="50" charset="-127"/>
                <a:ea typeface="맑은 고딕" panose="020B0503020000020004" pitchFamily="50" charset="-127"/>
                <a:sym typeface="Wingdings" panose="05000000000000000000" pitchFamily="2" charset="2"/>
              </a:rPr>
              <a:t>프랑스대혁명에 영향</a:t>
            </a:r>
            <a:endParaRPr lang="ko-KR" altLang="en-US" sz="1200" dirty="0">
              <a:solidFill>
                <a:schemeClr val="tx1">
                  <a:lumMod val="50000"/>
                  <a:lumOff val="50000"/>
                </a:schemeClr>
              </a:solidFill>
              <a:latin typeface="맑은 고딕" panose="020B0503020000020004" pitchFamily="50" charset="-127"/>
              <a:ea typeface="맑은 고딕" panose="020B0503020000020004" pitchFamily="50" charset="-127"/>
            </a:endParaRPr>
          </a:p>
        </p:txBody>
      </p:sp>
      <p:pic>
        <p:nvPicPr>
          <p:cNvPr id="10" name="그림 9">
            <a:extLst>
              <a:ext uri="{FF2B5EF4-FFF2-40B4-BE49-F238E27FC236}">
                <a16:creationId xmlns:a16="http://schemas.microsoft.com/office/drawing/2014/main" id="{7F70117C-8DFA-F29E-B3E1-E2B9234BB307}"/>
              </a:ext>
            </a:extLst>
          </p:cNvPr>
          <p:cNvPicPr>
            <a:picLocks noChangeAspect="1"/>
          </p:cNvPicPr>
          <p:nvPr/>
        </p:nvPicPr>
        <p:blipFill>
          <a:blip r:embed="rId4"/>
          <a:stretch>
            <a:fillRect/>
          </a:stretch>
        </p:blipFill>
        <p:spPr>
          <a:xfrm>
            <a:off x="6660232" y="1538734"/>
            <a:ext cx="1704434" cy="2351736"/>
          </a:xfrm>
          <a:prstGeom prst="rect">
            <a:avLst/>
          </a:prstGeom>
        </p:spPr>
      </p:pic>
    </p:spTree>
    <p:extLst>
      <p:ext uri="{BB962C8B-B14F-4D97-AF65-F5344CB8AC3E}">
        <p14:creationId xmlns:p14="http://schemas.microsoft.com/office/powerpoint/2010/main" val="1546428073"/>
      </p:ext>
    </p:extLst>
  </p:cSld>
  <p:clrMapOvr>
    <a:masterClrMapping/>
  </p:clrMapOvr>
  <p:transition>
    <p:diamon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dirty="0"/>
              <a:t>학습목표</a:t>
            </a:r>
          </a:p>
        </p:txBody>
      </p:sp>
      <p:sp>
        <p:nvSpPr>
          <p:cNvPr id="3" name="슬라이드 번호 개체 틀 2"/>
          <p:cNvSpPr>
            <a:spLocks noGrp="1"/>
          </p:cNvSpPr>
          <p:nvPr>
            <p:ph type="sldNum" sz="quarter" idx="10"/>
          </p:nvPr>
        </p:nvSpPr>
        <p:spPr/>
        <p:txBody>
          <a:bodyPr/>
          <a:lstStyle/>
          <a:p>
            <a:pPr>
              <a:defRPr/>
            </a:pPr>
            <a:fld id="{808C69D1-562B-4BA3-B970-F557F7173233}" type="slidenum">
              <a:rPr lang="en-US" altLang="ko-KR" smtClean="0"/>
              <a:pPr>
                <a:defRPr/>
              </a:pPr>
              <a:t>4</a:t>
            </a:fld>
            <a:endParaRPr lang="en-US" altLang="ko-KR"/>
          </a:p>
        </p:txBody>
      </p:sp>
      <p:pic>
        <p:nvPicPr>
          <p:cNvPr id="2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6313" y="4643438"/>
            <a:ext cx="389255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내용 개체 틀 4"/>
          <p:cNvSpPr>
            <a:spLocks noGrp="1"/>
          </p:cNvSpPr>
          <p:nvPr>
            <p:ph idx="1"/>
          </p:nvPr>
        </p:nvSpPr>
        <p:spPr/>
        <p:txBody>
          <a:bodyPr/>
          <a:lstStyle/>
          <a:p>
            <a:pPr eaLnBrk="1" hangingPunct="1">
              <a:lnSpc>
                <a:spcPct val="110000"/>
              </a:lnSpc>
              <a:defRPr/>
            </a:pPr>
            <a:r>
              <a:rPr lang="ko-KR" altLang="en-US" dirty="0"/>
              <a:t>본 강의를 이수하면 </a:t>
            </a:r>
            <a:r>
              <a:rPr lang="en-US" altLang="ko-KR" dirty="0"/>
              <a:t>OpenCV</a:t>
            </a:r>
            <a:r>
              <a:rPr lang="ko-KR" altLang="en-US" dirty="0"/>
              <a:t>를 활용할 수 있다</a:t>
            </a:r>
            <a:r>
              <a:rPr lang="en-US" altLang="ko-KR" dirty="0"/>
              <a:t>.</a:t>
            </a:r>
          </a:p>
          <a:p>
            <a:pPr lvl="1" eaLnBrk="1" hangingPunct="1">
              <a:lnSpc>
                <a:spcPct val="110000"/>
              </a:lnSpc>
              <a:defRPr/>
            </a:pPr>
            <a:r>
              <a:rPr lang="en-US" altLang="ko-KR" dirty="0"/>
              <a:t>OpenCV</a:t>
            </a:r>
            <a:r>
              <a:rPr lang="ko-KR" altLang="en-US" dirty="0"/>
              <a:t> 소개</a:t>
            </a:r>
            <a:endParaRPr lang="en-US" altLang="ko-KR" dirty="0"/>
          </a:p>
          <a:p>
            <a:pPr lvl="1" eaLnBrk="1" hangingPunct="1">
              <a:lnSpc>
                <a:spcPct val="110000"/>
              </a:lnSpc>
              <a:defRPr/>
            </a:pPr>
            <a:r>
              <a:rPr lang="ko-KR" altLang="en-US" dirty="0"/>
              <a:t>사진 처리</a:t>
            </a:r>
            <a:endParaRPr lang="en-US" altLang="ko-KR" dirty="0"/>
          </a:p>
          <a:p>
            <a:pPr lvl="2" eaLnBrk="1" hangingPunct="1">
              <a:lnSpc>
                <a:spcPct val="110000"/>
              </a:lnSpc>
              <a:defRPr/>
            </a:pPr>
            <a:r>
              <a:rPr lang="ko-KR" altLang="en-US" dirty="0"/>
              <a:t>사진 읽기</a:t>
            </a:r>
            <a:endParaRPr lang="en-US" altLang="ko-KR" dirty="0"/>
          </a:p>
          <a:p>
            <a:pPr lvl="2" eaLnBrk="1" hangingPunct="1">
              <a:lnSpc>
                <a:spcPct val="110000"/>
              </a:lnSpc>
              <a:defRPr/>
            </a:pPr>
            <a:r>
              <a:rPr lang="ko-KR" altLang="en-US" dirty="0"/>
              <a:t>사진 처리 </a:t>
            </a:r>
            <a:r>
              <a:rPr lang="en-US" altLang="ko-KR" dirty="0"/>
              <a:t>: </a:t>
            </a:r>
            <a:r>
              <a:rPr lang="ko-KR" altLang="en-US" dirty="0"/>
              <a:t>흑백모드</a:t>
            </a:r>
            <a:r>
              <a:rPr lang="en-US" altLang="ko-KR" dirty="0"/>
              <a:t>, </a:t>
            </a:r>
            <a:r>
              <a:rPr lang="ko-KR" altLang="en-US" dirty="0"/>
              <a:t>크기 조절</a:t>
            </a:r>
            <a:r>
              <a:rPr lang="en-US" altLang="ko-KR" dirty="0"/>
              <a:t>, </a:t>
            </a:r>
            <a:r>
              <a:rPr lang="ko-KR" altLang="en-US" dirty="0"/>
              <a:t>상하좌우 대칭</a:t>
            </a:r>
            <a:r>
              <a:rPr lang="en-US" altLang="ko-KR" dirty="0"/>
              <a:t>, </a:t>
            </a:r>
            <a:r>
              <a:rPr lang="ko-KR" altLang="en-US" dirty="0"/>
              <a:t>사진영역 추출</a:t>
            </a:r>
            <a:endParaRPr lang="en-US" altLang="ko-KR" dirty="0"/>
          </a:p>
          <a:p>
            <a:pPr lvl="2" eaLnBrk="1" hangingPunct="1">
              <a:lnSpc>
                <a:spcPct val="110000"/>
              </a:lnSpc>
              <a:defRPr/>
            </a:pPr>
            <a:r>
              <a:rPr lang="ko-KR" altLang="en-US" dirty="0"/>
              <a:t>사진 저장</a:t>
            </a:r>
            <a:endParaRPr lang="en-US" altLang="ko-KR" dirty="0"/>
          </a:p>
          <a:p>
            <a:pPr lvl="1" eaLnBrk="1" hangingPunct="1">
              <a:lnSpc>
                <a:spcPct val="110000"/>
              </a:lnSpc>
              <a:defRPr/>
            </a:pPr>
            <a:r>
              <a:rPr lang="ko-KR" altLang="en-US" dirty="0"/>
              <a:t>그래픽 처리</a:t>
            </a:r>
            <a:endParaRPr lang="en-US" altLang="ko-KR" dirty="0"/>
          </a:p>
          <a:p>
            <a:pPr lvl="2" eaLnBrk="1" hangingPunct="1">
              <a:lnSpc>
                <a:spcPct val="110000"/>
              </a:lnSpc>
              <a:defRPr/>
            </a:pPr>
            <a:r>
              <a:rPr lang="ko-KR" altLang="en-US" dirty="0"/>
              <a:t>스케치북 만들기</a:t>
            </a:r>
            <a:endParaRPr lang="en-US" altLang="ko-KR" dirty="0"/>
          </a:p>
          <a:p>
            <a:pPr lvl="2" eaLnBrk="1" hangingPunct="1">
              <a:lnSpc>
                <a:spcPct val="110000"/>
              </a:lnSpc>
              <a:defRPr/>
            </a:pPr>
            <a:r>
              <a:rPr lang="ko-KR" altLang="en-US" dirty="0"/>
              <a:t>도형 그리기</a:t>
            </a:r>
            <a:endParaRPr lang="en-US" altLang="ko-KR" dirty="0"/>
          </a:p>
          <a:p>
            <a:pPr lvl="2" eaLnBrk="1" hangingPunct="1">
              <a:lnSpc>
                <a:spcPct val="110000"/>
              </a:lnSpc>
              <a:defRPr/>
            </a:pPr>
            <a:r>
              <a:rPr lang="ko-KR" altLang="en-US" dirty="0"/>
              <a:t>텍스트 추가</a:t>
            </a:r>
            <a:endParaRPr lang="en-US" altLang="ko-KR" dirty="0"/>
          </a:p>
          <a:p>
            <a:pPr lvl="1" eaLnBrk="1" hangingPunct="1">
              <a:lnSpc>
                <a:spcPct val="110000"/>
              </a:lnSpc>
              <a:defRPr/>
            </a:pPr>
            <a:r>
              <a:rPr lang="ko-KR" altLang="en-US" dirty="0"/>
              <a:t>영상 처리</a:t>
            </a:r>
            <a:endParaRPr lang="en-US" altLang="ko-KR" dirty="0"/>
          </a:p>
          <a:p>
            <a:pPr lvl="2" eaLnBrk="1" hangingPunct="1">
              <a:lnSpc>
                <a:spcPct val="110000"/>
              </a:lnSpc>
              <a:defRPr/>
            </a:pPr>
            <a:r>
              <a:rPr lang="ko-KR" altLang="en-US" dirty="0"/>
              <a:t>영상 읽기</a:t>
            </a:r>
            <a:endParaRPr lang="en-US" altLang="ko-KR" dirty="0"/>
          </a:p>
          <a:p>
            <a:pPr lvl="2" eaLnBrk="1" hangingPunct="1">
              <a:lnSpc>
                <a:spcPct val="110000"/>
              </a:lnSpc>
              <a:defRPr/>
            </a:pPr>
            <a:r>
              <a:rPr lang="ko-KR" altLang="en-US" dirty="0"/>
              <a:t>영상 처리 </a:t>
            </a:r>
            <a:r>
              <a:rPr lang="en-US" altLang="ko-KR" dirty="0"/>
              <a:t>: </a:t>
            </a:r>
            <a:r>
              <a:rPr lang="ko-KR" altLang="en-US" dirty="0"/>
              <a:t>영상 재생</a:t>
            </a:r>
            <a:r>
              <a:rPr lang="en-US" altLang="ko-KR" dirty="0"/>
              <a:t>, </a:t>
            </a:r>
            <a:r>
              <a:rPr lang="ko-KR" altLang="en-US" dirty="0"/>
              <a:t>크기 조절</a:t>
            </a:r>
            <a:endParaRPr lang="en-US" altLang="ko-KR" dirty="0"/>
          </a:p>
          <a:p>
            <a:pPr lvl="2" eaLnBrk="1" hangingPunct="1">
              <a:lnSpc>
                <a:spcPct val="110000"/>
              </a:lnSpc>
              <a:defRPr/>
            </a:pPr>
            <a:r>
              <a:rPr lang="ko-KR" altLang="en-US" dirty="0"/>
              <a:t>영상 저장</a:t>
            </a:r>
            <a:endParaRPr lang="en-US" altLang="ko-KR" dirty="0"/>
          </a:p>
        </p:txBody>
      </p:sp>
    </p:spTree>
    <p:extLst>
      <p:ext uri="{BB962C8B-B14F-4D97-AF65-F5344CB8AC3E}">
        <p14:creationId xmlns:p14="http://schemas.microsoft.com/office/powerpoint/2010/main" val="24918452"/>
      </p:ext>
    </p:extLst>
  </p:cSld>
  <p:clrMapOvr>
    <a:masterClrMapping/>
  </p:clrMapOvr>
  <p:transition>
    <p:diamon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제목 1"/>
          <p:cNvSpPr>
            <a:spLocks noGrp="1"/>
          </p:cNvSpPr>
          <p:nvPr>
            <p:ph type="title"/>
          </p:nvPr>
        </p:nvSpPr>
        <p:spPr/>
        <p:txBody>
          <a:bodyPr/>
          <a:lstStyle/>
          <a:p>
            <a:r>
              <a:rPr lang="en-US" altLang="ko-KR" dirty="0" err="1"/>
              <a:t>OpenCV</a:t>
            </a:r>
            <a:endParaRPr lang="ko-KR" altLang="en-US" dirty="0"/>
          </a:p>
        </p:txBody>
      </p:sp>
      <p:sp>
        <p:nvSpPr>
          <p:cNvPr id="9219" name="슬라이드 번호 개체 틀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1600">
                <a:solidFill>
                  <a:schemeClr val="tx1"/>
                </a:solidFill>
                <a:latin typeface="HY견고딕" panose="02030600000101010101" pitchFamily="18" charset="-127"/>
                <a:ea typeface="HY견고딕" panose="02030600000101010101" pitchFamily="18" charset="-127"/>
              </a:defRPr>
            </a:lvl1pPr>
            <a:lvl2pPr marL="742950" indent="-285750" eaLnBrk="0" hangingPunct="0">
              <a:defRPr kumimoji="1" sz="1600">
                <a:solidFill>
                  <a:schemeClr val="tx1"/>
                </a:solidFill>
                <a:latin typeface="HY견고딕" panose="02030600000101010101" pitchFamily="18" charset="-127"/>
                <a:ea typeface="HY견고딕" panose="02030600000101010101" pitchFamily="18" charset="-127"/>
              </a:defRPr>
            </a:lvl2pPr>
            <a:lvl3pPr marL="1143000" indent="-228600" eaLnBrk="0" hangingPunct="0">
              <a:defRPr kumimoji="1" sz="1600">
                <a:solidFill>
                  <a:schemeClr val="tx1"/>
                </a:solidFill>
                <a:latin typeface="HY견고딕" panose="02030600000101010101" pitchFamily="18" charset="-127"/>
                <a:ea typeface="HY견고딕" panose="02030600000101010101" pitchFamily="18" charset="-127"/>
              </a:defRPr>
            </a:lvl3pPr>
            <a:lvl4pPr marL="1600200" indent="-228600" eaLnBrk="0" hangingPunct="0">
              <a:defRPr kumimoji="1" sz="1600">
                <a:solidFill>
                  <a:schemeClr val="tx1"/>
                </a:solidFill>
                <a:latin typeface="HY견고딕" panose="02030600000101010101" pitchFamily="18" charset="-127"/>
                <a:ea typeface="HY견고딕" panose="02030600000101010101" pitchFamily="18" charset="-127"/>
              </a:defRPr>
            </a:lvl4pPr>
            <a:lvl5pPr marL="2057400" indent="-228600" eaLnBrk="0" hangingPunct="0">
              <a:defRPr kumimoji="1" sz="1600">
                <a:solidFill>
                  <a:schemeClr val="tx1"/>
                </a:solidFill>
                <a:latin typeface="HY견고딕" panose="02030600000101010101" pitchFamily="18" charset="-127"/>
                <a:ea typeface="HY견고딕" panose="02030600000101010101" pitchFamily="18" charset="-127"/>
              </a:defRPr>
            </a:lvl5pPr>
            <a:lvl6pPr marL="2514600" indent="-228600" eaLnBrk="0" fontAlgn="base" hangingPunct="0">
              <a:spcBef>
                <a:spcPct val="0"/>
              </a:spcBef>
              <a:spcAft>
                <a:spcPct val="0"/>
              </a:spcAft>
              <a:defRPr kumimoji="1" sz="1600">
                <a:solidFill>
                  <a:schemeClr val="tx1"/>
                </a:solidFill>
                <a:latin typeface="HY견고딕" panose="02030600000101010101" pitchFamily="18" charset="-127"/>
                <a:ea typeface="HY견고딕" panose="02030600000101010101" pitchFamily="18" charset="-127"/>
              </a:defRPr>
            </a:lvl6pPr>
            <a:lvl7pPr marL="2971800" indent="-228600" eaLnBrk="0" fontAlgn="base" hangingPunct="0">
              <a:spcBef>
                <a:spcPct val="0"/>
              </a:spcBef>
              <a:spcAft>
                <a:spcPct val="0"/>
              </a:spcAft>
              <a:defRPr kumimoji="1" sz="1600">
                <a:solidFill>
                  <a:schemeClr val="tx1"/>
                </a:solidFill>
                <a:latin typeface="HY견고딕" panose="02030600000101010101" pitchFamily="18" charset="-127"/>
                <a:ea typeface="HY견고딕" panose="02030600000101010101" pitchFamily="18" charset="-127"/>
              </a:defRPr>
            </a:lvl7pPr>
            <a:lvl8pPr marL="3429000" indent="-228600" eaLnBrk="0" fontAlgn="base" hangingPunct="0">
              <a:spcBef>
                <a:spcPct val="0"/>
              </a:spcBef>
              <a:spcAft>
                <a:spcPct val="0"/>
              </a:spcAft>
              <a:defRPr kumimoji="1" sz="1600">
                <a:solidFill>
                  <a:schemeClr val="tx1"/>
                </a:solidFill>
                <a:latin typeface="HY견고딕" panose="02030600000101010101" pitchFamily="18" charset="-127"/>
                <a:ea typeface="HY견고딕" panose="02030600000101010101" pitchFamily="18" charset="-127"/>
              </a:defRPr>
            </a:lvl8pPr>
            <a:lvl9pPr marL="3886200" indent="-228600" eaLnBrk="0" fontAlgn="base" hangingPunct="0">
              <a:spcBef>
                <a:spcPct val="0"/>
              </a:spcBef>
              <a:spcAft>
                <a:spcPct val="0"/>
              </a:spcAft>
              <a:defRPr kumimoji="1" sz="1600">
                <a:solidFill>
                  <a:schemeClr val="tx1"/>
                </a:solidFill>
                <a:latin typeface="HY견고딕" panose="02030600000101010101" pitchFamily="18" charset="-127"/>
                <a:ea typeface="HY견고딕" panose="02030600000101010101" pitchFamily="18" charset="-127"/>
              </a:defRPr>
            </a:lvl9pPr>
          </a:lstStyle>
          <a:p>
            <a:pPr eaLnBrk="1" hangingPunct="1"/>
            <a:fld id="{616E6C8A-84E0-4B82-8FE4-EFB84950B3CE}" type="slidenum">
              <a:rPr lang="en-US" altLang="ko-KR" sz="1000">
                <a:solidFill>
                  <a:srgbClr val="02B0AC"/>
                </a:solidFill>
                <a:latin typeface="휴먼엑스포" panose="02030504000101010101" pitchFamily="18" charset="-127"/>
                <a:ea typeface="휴먼엑스포" panose="02030504000101010101" pitchFamily="18" charset="-127"/>
              </a:rPr>
              <a:pPr eaLnBrk="1" hangingPunct="1"/>
              <a:t>5</a:t>
            </a:fld>
            <a:endParaRPr lang="en-US" altLang="ko-KR" sz="1000">
              <a:solidFill>
                <a:srgbClr val="02B0AC"/>
              </a:solidFill>
              <a:latin typeface="휴먼엑스포" panose="02030504000101010101" pitchFamily="18" charset="-127"/>
              <a:ea typeface="휴먼엑스포" panose="02030504000101010101" pitchFamily="18" charset="-127"/>
            </a:endParaRPr>
          </a:p>
        </p:txBody>
      </p:sp>
      <p:sp>
        <p:nvSpPr>
          <p:cNvPr id="46" name="내용 개체 틀 45"/>
          <p:cNvSpPr>
            <a:spLocks noGrp="1"/>
          </p:cNvSpPr>
          <p:nvPr>
            <p:ph idx="1"/>
          </p:nvPr>
        </p:nvSpPr>
        <p:spPr/>
        <p:txBody>
          <a:bodyPr/>
          <a:lstStyle/>
          <a:p>
            <a:pPr>
              <a:lnSpc>
                <a:spcPct val="100000"/>
              </a:lnSpc>
              <a:defRPr/>
            </a:pPr>
            <a:r>
              <a:rPr lang="en-US" altLang="ko-KR" dirty="0"/>
              <a:t>OpenCV (</a:t>
            </a:r>
            <a:r>
              <a:rPr lang="en-US" altLang="ko-KR" dirty="0" err="1"/>
              <a:t>OpenSource</a:t>
            </a:r>
            <a:r>
              <a:rPr lang="en-US" altLang="ko-KR" dirty="0"/>
              <a:t> Computer Vision)</a:t>
            </a:r>
          </a:p>
          <a:p>
            <a:pPr lvl="1">
              <a:lnSpc>
                <a:spcPct val="100000"/>
              </a:lnSpc>
              <a:defRPr/>
            </a:pPr>
            <a:r>
              <a:rPr lang="ko-KR" altLang="en-US" dirty="0"/>
              <a:t>실시간</a:t>
            </a:r>
            <a:r>
              <a:rPr lang="en-US" altLang="ko-KR" dirty="0"/>
              <a:t> </a:t>
            </a:r>
            <a:r>
              <a:rPr lang="ko-KR" altLang="en-US" dirty="0"/>
              <a:t>컴퓨터 비전을 위해 인텔에서 개발한 라이브러리</a:t>
            </a:r>
            <a:endParaRPr lang="en-US" altLang="ko-KR" dirty="0"/>
          </a:p>
          <a:p>
            <a:pPr lvl="2">
              <a:lnSpc>
                <a:spcPct val="100000"/>
              </a:lnSpc>
              <a:defRPr/>
            </a:pPr>
            <a:r>
              <a:rPr lang="ko-KR" altLang="en-US" dirty="0"/>
              <a:t>실시간 이미지 프로세스에 중점</a:t>
            </a:r>
            <a:endParaRPr lang="en-US" altLang="ko-KR" dirty="0"/>
          </a:p>
          <a:p>
            <a:pPr lvl="1">
              <a:lnSpc>
                <a:spcPct val="100000"/>
              </a:lnSpc>
              <a:defRPr/>
            </a:pPr>
            <a:r>
              <a:rPr lang="ko-KR" altLang="en-US" dirty="0"/>
              <a:t>인텔 </a:t>
            </a:r>
            <a:r>
              <a:rPr lang="en-US" altLang="ko-KR" dirty="0"/>
              <a:t>CPU</a:t>
            </a:r>
            <a:r>
              <a:rPr lang="ko-KR" altLang="en-US" dirty="0"/>
              <a:t>를 사용하면 </a:t>
            </a:r>
            <a:r>
              <a:rPr lang="en-US" altLang="ko-KR" dirty="0"/>
              <a:t>IPP(Intel Performance Primitives)</a:t>
            </a:r>
            <a:r>
              <a:rPr lang="ko-KR" altLang="en-US" dirty="0"/>
              <a:t>를 지원하여 속도가 향상됨</a:t>
            </a:r>
            <a:endParaRPr lang="en-US" altLang="ko-KR" dirty="0"/>
          </a:p>
          <a:p>
            <a:pPr lvl="1">
              <a:lnSpc>
                <a:spcPct val="100000"/>
              </a:lnSpc>
              <a:defRPr/>
            </a:pPr>
            <a:r>
              <a:rPr lang="ko-KR" altLang="en-US" dirty="0"/>
              <a:t>윈도우</a:t>
            </a:r>
            <a:r>
              <a:rPr lang="en-US" altLang="ko-KR" dirty="0"/>
              <a:t>, </a:t>
            </a:r>
            <a:r>
              <a:rPr lang="ko-KR" altLang="en-US" dirty="0"/>
              <a:t>리눅스 등에서 사용 가능한 </a:t>
            </a:r>
            <a:r>
              <a:rPr lang="en-US" altLang="ko-KR" dirty="0"/>
              <a:t>Cross Platform</a:t>
            </a:r>
          </a:p>
          <a:p>
            <a:pPr lvl="1">
              <a:lnSpc>
                <a:spcPct val="100000"/>
              </a:lnSpc>
              <a:defRPr/>
            </a:pPr>
            <a:r>
              <a:rPr lang="ko-KR" altLang="en-US" dirty="0"/>
              <a:t>허가를 취득하면 무료로 사용 가능</a:t>
            </a:r>
            <a:endParaRPr lang="en-US" altLang="ko-KR" dirty="0"/>
          </a:p>
          <a:p>
            <a:pPr lvl="1">
              <a:lnSpc>
                <a:spcPct val="100000"/>
              </a:lnSpc>
              <a:defRPr/>
            </a:pPr>
            <a:r>
              <a:rPr lang="en-US" altLang="ko-KR" dirty="0" err="1"/>
              <a:t>TensorFlow</a:t>
            </a:r>
            <a:r>
              <a:rPr lang="en-US" altLang="ko-KR" dirty="0"/>
              <a:t>, Torch/</a:t>
            </a:r>
            <a:r>
              <a:rPr lang="en-US" altLang="ko-KR" dirty="0" err="1"/>
              <a:t>PyTorch</a:t>
            </a:r>
            <a:r>
              <a:rPr lang="en-US" altLang="ko-KR" dirty="0"/>
              <a:t> </a:t>
            </a:r>
            <a:r>
              <a:rPr lang="ko-KR" altLang="en-US" dirty="0"/>
              <a:t>및 </a:t>
            </a:r>
            <a:r>
              <a:rPr lang="en-US" altLang="ko-KR" dirty="0" err="1"/>
              <a:t>Caffe</a:t>
            </a:r>
            <a:r>
              <a:rPr lang="ko-KR" altLang="en-US" dirty="0"/>
              <a:t>의 </a:t>
            </a:r>
            <a:r>
              <a:rPr lang="ko-KR" altLang="en-US" dirty="0" err="1"/>
              <a:t>딥러닝</a:t>
            </a:r>
            <a:r>
              <a:rPr lang="ko-KR" altLang="en-US" dirty="0"/>
              <a:t> 프레임워크 지원 </a:t>
            </a:r>
            <a:endParaRPr lang="en-US" altLang="ko-KR" dirty="0"/>
          </a:p>
          <a:p>
            <a:pPr>
              <a:lnSpc>
                <a:spcPct val="100000"/>
              </a:lnSpc>
              <a:defRPr/>
            </a:pPr>
            <a:endParaRPr lang="ko-KR" altLang="en-US" dirty="0"/>
          </a:p>
        </p:txBody>
      </p:sp>
      <p:sp>
        <p:nvSpPr>
          <p:cNvPr id="2" name="TextBox 1"/>
          <p:cNvSpPr txBox="1"/>
          <p:nvPr/>
        </p:nvSpPr>
        <p:spPr>
          <a:xfrm>
            <a:off x="4813071" y="6203970"/>
            <a:ext cx="4330929" cy="276999"/>
          </a:xfrm>
          <a:prstGeom prst="rect">
            <a:avLst/>
          </a:prstGeom>
          <a:noFill/>
        </p:spPr>
        <p:txBody>
          <a:bodyPr wrap="none" rtlCol="0">
            <a:spAutoFit/>
          </a:bodyPr>
          <a:lstStyle/>
          <a:p>
            <a:pPr algn="r"/>
            <a:r>
              <a:rPr lang="en-US" altLang="ko-KR" sz="1200" dirty="0">
                <a:solidFill>
                  <a:schemeClr val="bg1">
                    <a:lumMod val="65000"/>
                  </a:schemeClr>
                </a:solidFill>
                <a:latin typeface="맑은 고딕" panose="020B0503020000020004" pitchFamily="50" charset="-127"/>
                <a:ea typeface="맑은 고딕" panose="020B0503020000020004" pitchFamily="50" charset="-127"/>
              </a:rPr>
              <a:t>&lt;</a:t>
            </a:r>
            <a:r>
              <a:rPr lang="ko-KR" altLang="en-US" sz="1200" dirty="0">
                <a:solidFill>
                  <a:schemeClr val="bg1">
                    <a:lumMod val="65000"/>
                  </a:schemeClr>
                </a:solidFill>
                <a:latin typeface="맑은 고딕" panose="020B0503020000020004" pitchFamily="50" charset="-127"/>
                <a:ea typeface="맑은 고딕" panose="020B0503020000020004" pitchFamily="50" charset="-127"/>
              </a:rPr>
              <a:t>출처</a:t>
            </a:r>
            <a:r>
              <a:rPr lang="en-US" altLang="ko-KR" sz="1200" dirty="0">
                <a:solidFill>
                  <a:schemeClr val="bg1">
                    <a:lumMod val="65000"/>
                  </a:schemeClr>
                </a:solidFill>
                <a:latin typeface="맑은 고딕" panose="020B0503020000020004" pitchFamily="50" charset="-127"/>
                <a:ea typeface="맑은 고딕" panose="020B0503020000020004" pitchFamily="50" charset="-127"/>
              </a:rPr>
              <a:t>. </a:t>
            </a:r>
            <a:r>
              <a:rPr lang="ko-KR" altLang="en-US" sz="1200" dirty="0">
                <a:solidFill>
                  <a:schemeClr val="bg1">
                    <a:lumMod val="65000"/>
                  </a:schemeClr>
                </a:solidFill>
                <a:latin typeface="맑은 고딕" panose="020B0503020000020004" pitchFamily="50" charset="-127"/>
                <a:ea typeface="맑은 고딕" panose="020B0503020000020004" pitchFamily="50" charset="-127"/>
              </a:rPr>
              <a:t>위키백과</a:t>
            </a:r>
            <a:r>
              <a:rPr lang="en-US" altLang="ko-KR" sz="1200" dirty="0">
                <a:solidFill>
                  <a:schemeClr val="bg1">
                    <a:lumMod val="65000"/>
                  </a:schemeClr>
                </a:solidFill>
                <a:latin typeface="맑은 고딕" panose="020B0503020000020004" pitchFamily="50" charset="-127"/>
                <a:ea typeface="맑은 고딕" panose="020B0503020000020004" pitchFamily="50" charset="-127"/>
              </a:rPr>
              <a:t>, https://studium-anywhere.tistory.com/22&gt;</a:t>
            </a:r>
            <a:endParaRPr lang="ko-KR" altLang="en-US" sz="1200" dirty="0">
              <a:solidFill>
                <a:schemeClr val="bg1">
                  <a:lumMod val="65000"/>
                </a:schemeClr>
              </a:solidFill>
              <a:latin typeface="맑은 고딕" panose="020B0503020000020004" pitchFamily="50" charset="-127"/>
              <a:ea typeface="맑은 고딕" panose="020B0503020000020004" pitchFamily="50" charset="-127"/>
            </a:endParaRPr>
          </a:p>
        </p:txBody>
      </p:sp>
      <p:pic>
        <p:nvPicPr>
          <p:cNvPr id="3" name="그림 2">
            <a:extLst>
              <a:ext uri="{FF2B5EF4-FFF2-40B4-BE49-F238E27FC236}">
                <a16:creationId xmlns:a16="http://schemas.microsoft.com/office/drawing/2014/main" id="{5505E5B0-0BBF-C6F4-D7CE-0E67FA26B156}"/>
              </a:ext>
            </a:extLst>
          </p:cNvPr>
          <p:cNvPicPr>
            <a:picLocks noChangeAspect="1"/>
          </p:cNvPicPr>
          <p:nvPr/>
        </p:nvPicPr>
        <p:blipFill>
          <a:blip r:embed="rId2"/>
          <a:stretch>
            <a:fillRect/>
          </a:stretch>
        </p:blipFill>
        <p:spPr>
          <a:xfrm>
            <a:off x="3620454" y="4123272"/>
            <a:ext cx="1903091" cy="2115789"/>
          </a:xfrm>
          <a:prstGeom prst="rect">
            <a:avLst/>
          </a:prstGeom>
        </p:spPr>
      </p:pic>
    </p:spTree>
  </p:cSld>
  <p:clrMapOvr>
    <a:masterClrMapping/>
  </p:clrMapOvr>
  <p:transition>
    <p:diamon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제목 1"/>
          <p:cNvSpPr>
            <a:spLocks noGrp="1"/>
          </p:cNvSpPr>
          <p:nvPr>
            <p:ph type="title"/>
          </p:nvPr>
        </p:nvSpPr>
        <p:spPr/>
        <p:txBody>
          <a:bodyPr/>
          <a:lstStyle/>
          <a:p>
            <a:r>
              <a:rPr lang="en-US" altLang="ko-KR" dirty="0" err="1"/>
              <a:t>OpenCV</a:t>
            </a:r>
            <a:endParaRPr lang="ko-KR" altLang="en-US" dirty="0"/>
          </a:p>
        </p:txBody>
      </p:sp>
      <p:sp>
        <p:nvSpPr>
          <p:cNvPr id="9219" name="슬라이드 번호 개체 틀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1600">
                <a:solidFill>
                  <a:schemeClr val="tx1"/>
                </a:solidFill>
                <a:latin typeface="HY견고딕" panose="02030600000101010101" pitchFamily="18" charset="-127"/>
                <a:ea typeface="HY견고딕" panose="02030600000101010101" pitchFamily="18" charset="-127"/>
              </a:defRPr>
            </a:lvl1pPr>
            <a:lvl2pPr marL="742950" indent="-285750" eaLnBrk="0" hangingPunct="0">
              <a:defRPr kumimoji="1" sz="1600">
                <a:solidFill>
                  <a:schemeClr val="tx1"/>
                </a:solidFill>
                <a:latin typeface="HY견고딕" panose="02030600000101010101" pitchFamily="18" charset="-127"/>
                <a:ea typeface="HY견고딕" panose="02030600000101010101" pitchFamily="18" charset="-127"/>
              </a:defRPr>
            </a:lvl2pPr>
            <a:lvl3pPr marL="1143000" indent="-228600" eaLnBrk="0" hangingPunct="0">
              <a:defRPr kumimoji="1" sz="1600">
                <a:solidFill>
                  <a:schemeClr val="tx1"/>
                </a:solidFill>
                <a:latin typeface="HY견고딕" panose="02030600000101010101" pitchFamily="18" charset="-127"/>
                <a:ea typeface="HY견고딕" panose="02030600000101010101" pitchFamily="18" charset="-127"/>
              </a:defRPr>
            </a:lvl3pPr>
            <a:lvl4pPr marL="1600200" indent="-228600" eaLnBrk="0" hangingPunct="0">
              <a:defRPr kumimoji="1" sz="1600">
                <a:solidFill>
                  <a:schemeClr val="tx1"/>
                </a:solidFill>
                <a:latin typeface="HY견고딕" panose="02030600000101010101" pitchFamily="18" charset="-127"/>
                <a:ea typeface="HY견고딕" panose="02030600000101010101" pitchFamily="18" charset="-127"/>
              </a:defRPr>
            </a:lvl4pPr>
            <a:lvl5pPr marL="2057400" indent="-228600" eaLnBrk="0" hangingPunct="0">
              <a:defRPr kumimoji="1" sz="1600">
                <a:solidFill>
                  <a:schemeClr val="tx1"/>
                </a:solidFill>
                <a:latin typeface="HY견고딕" panose="02030600000101010101" pitchFamily="18" charset="-127"/>
                <a:ea typeface="HY견고딕" panose="02030600000101010101" pitchFamily="18" charset="-127"/>
              </a:defRPr>
            </a:lvl5pPr>
            <a:lvl6pPr marL="2514600" indent="-228600" eaLnBrk="0" fontAlgn="base" hangingPunct="0">
              <a:spcBef>
                <a:spcPct val="0"/>
              </a:spcBef>
              <a:spcAft>
                <a:spcPct val="0"/>
              </a:spcAft>
              <a:defRPr kumimoji="1" sz="1600">
                <a:solidFill>
                  <a:schemeClr val="tx1"/>
                </a:solidFill>
                <a:latin typeface="HY견고딕" panose="02030600000101010101" pitchFamily="18" charset="-127"/>
                <a:ea typeface="HY견고딕" panose="02030600000101010101" pitchFamily="18" charset="-127"/>
              </a:defRPr>
            </a:lvl6pPr>
            <a:lvl7pPr marL="2971800" indent="-228600" eaLnBrk="0" fontAlgn="base" hangingPunct="0">
              <a:spcBef>
                <a:spcPct val="0"/>
              </a:spcBef>
              <a:spcAft>
                <a:spcPct val="0"/>
              </a:spcAft>
              <a:defRPr kumimoji="1" sz="1600">
                <a:solidFill>
                  <a:schemeClr val="tx1"/>
                </a:solidFill>
                <a:latin typeface="HY견고딕" panose="02030600000101010101" pitchFamily="18" charset="-127"/>
                <a:ea typeface="HY견고딕" panose="02030600000101010101" pitchFamily="18" charset="-127"/>
              </a:defRPr>
            </a:lvl7pPr>
            <a:lvl8pPr marL="3429000" indent="-228600" eaLnBrk="0" fontAlgn="base" hangingPunct="0">
              <a:spcBef>
                <a:spcPct val="0"/>
              </a:spcBef>
              <a:spcAft>
                <a:spcPct val="0"/>
              </a:spcAft>
              <a:defRPr kumimoji="1" sz="1600">
                <a:solidFill>
                  <a:schemeClr val="tx1"/>
                </a:solidFill>
                <a:latin typeface="HY견고딕" panose="02030600000101010101" pitchFamily="18" charset="-127"/>
                <a:ea typeface="HY견고딕" panose="02030600000101010101" pitchFamily="18" charset="-127"/>
              </a:defRPr>
            </a:lvl8pPr>
            <a:lvl9pPr marL="3886200" indent="-228600" eaLnBrk="0" fontAlgn="base" hangingPunct="0">
              <a:spcBef>
                <a:spcPct val="0"/>
              </a:spcBef>
              <a:spcAft>
                <a:spcPct val="0"/>
              </a:spcAft>
              <a:defRPr kumimoji="1" sz="1600">
                <a:solidFill>
                  <a:schemeClr val="tx1"/>
                </a:solidFill>
                <a:latin typeface="HY견고딕" panose="02030600000101010101" pitchFamily="18" charset="-127"/>
                <a:ea typeface="HY견고딕" panose="02030600000101010101" pitchFamily="18" charset="-127"/>
              </a:defRPr>
            </a:lvl9pPr>
          </a:lstStyle>
          <a:p>
            <a:pPr eaLnBrk="1" hangingPunct="1"/>
            <a:fld id="{616E6C8A-84E0-4B82-8FE4-EFB84950B3CE}" type="slidenum">
              <a:rPr lang="en-US" altLang="ko-KR" sz="1000">
                <a:solidFill>
                  <a:srgbClr val="02B0AC"/>
                </a:solidFill>
                <a:latin typeface="휴먼엑스포" panose="02030504000101010101" pitchFamily="18" charset="-127"/>
                <a:ea typeface="휴먼엑스포" panose="02030504000101010101" pitchFamily="18" charset="-127"/>
              </a:rPr>
              <a:pPr eaLnBrk="1" hangingPunct="1"/>
              <a:t>6</a:t>
            </a:fld>
            <a:endParaRPr lang="en-US" altLang="ko-KR" sz="1000">
              <a:solidFill>
                <a:srgbClr val="02B0AC"/>
              </a:solidFill>
              <a:latin typeface="휴먼엑스포" panose="02030504000101010101" pitchFamily="18" charset="-127"/>
              <a:ea typeface="휴먼엑스포" panose="02030504000101010101" pitchFamily="18" charset="-127"/>
            </a:endParaRPr>
          </a:p>
        </p:txBody>
      </p:sp>
      <p:sp>
        <p:nvSpPr>
          <p:cNvPr id="46" name="내용 개체 틀 45"/>
          <p:cNvSpPr>
            <a:spLocks noGrp="1"/>
          </p:cNvSpPr>
          <p:nvPr>
            <p:ph idx="1"/>
          </p:nvPr>
        </p:nvSpPr>
        <p:spPr/>
        <p:txBody>
          <a:bodyPr/>
          <a:lstStyle/>
          <a:p>
            <a:pPr>
              <a:defRPr/>
            </a:pPr>
            <a:r>
              <a:rPr lang="ko-KR" altLang="en-US" dirty="0"/>
              <a:t>사용언어</a:t>
            </a:r>
            <a:endParaRPr lang="en-US" altLang="ko-KR" dirty="0"/>
          </a:p>
          <a:p>
            <a:pPr lvl="1">
              <a:defRPr/>
            </a:pPr>
            <a:r>
              <a:rPr lang="en-US" altLang="ko-KR" dirty="0"/>
              <a:t>C/C++. Java, Python</a:t>
            </a:r>
          </a:p>
          <a:p>
            <a:pPr>
              <a:lnSpc>
                <a:spcPct val="100000"/>
              </a:lnSpc>
              <a:defRPr/>
            </a:pPr>
            <a:r>
              <a:rPr lang="en-US" altLang="ko-KR" dirty="0"/>
              <a:t>OpenCV </a:t>
            </a:r>
            <a:r>
              <a:rPr lang="ko-KR" altLang="en-US" dirty="0"/>
              <a:t>응용 분야</a:t>
            </a:r>
            <a:endParaRPr lang="en-US" altLang="ko-KR" dirty="0"/>
          </a:p>
          <a:p>
            <a:pPr lvl="1">
              <a:lnSpc>
                <a:spcPct val="100000"/>
              </a:lnSpc>
              <a:defRPr/>
            </a:pPr>
            <a:r>
              <a:rPr lang="ko-KR" altLang="en-US" dirty="0"/>
              <a:t>자율주행자동차의 눈 역할</a:t>
            </a:r>
            <a:endParaRPr lang="en-US" altLang="ko-KR" dirty="0"/>
          </a:p>
          <a:p>
            <a:pPr lvl="1">
              <a:lnSpc>
                <a:spcPct val="100000"/>
              </a:lnSpc>
              <a:defRPr/>
            </a:pPr>
            <a:r>
              <a:rPr lang="ko-KR" altLang="en-US" dirty="0"/>
              <a:t>공장에서의 제품 검사</a:t>
            </a:r>
            <a:endParaRPr lang="en-US" altLang="ko-KR" dirty="0"/>
          </a:p>
          <a:p>
            <a:pPr lvl="1">
              <a:lnSpc>
                <a:spcPct val="100000"/>
              </a:lnSpc>
              <a:defRPr/>
            </a:pPr>
            <a:r>
              <a:rPr lang="ko-KR" altLang="en-US" dirty="0"/>
              <a:t>의료영상 처리</a:t>
            </a:r>
            <a:r>
              <a:rPr lang="en-US" altLang="ko-KR" dirty="0"/>
              <a:t>, </a:t>
            </a:r>
            <a:r>
              <a:rPr lang="ko-KR" altLang="en-US" dirty="0"/>
              <a:t>보정 및 판단</a:t>
            </a:r>
            <a:endParaRPr lang="en-US" altLang="ko-KR" dirty="0"/>
          </a:p>
          <a:p>
            <a:pPr lvl="1">
              <a:lnSpc>
                <a:spcPct val="100000"/>
              </a:lnSpc>
              <a:defRPr/>
            </a:pPr>
            <a:r>
              <a:rPr lang="en-US" altLang="ko-KR" dirty="0"/>
              <a:t>CCTV </a:t>
            </a:r>
            <a:r>
              <a:rPr lang="ko-KR" altLang="en-US" dirty="0"/>
              <a:t>영상</a:t>
            </a:r>
            <a:endParaRPr lang="en-US" altLang="ko-KR" dirty="0"/>
          </a:p>
          <a:p>
            <a:pPr lvl="1">
              <a:lnSpc>
                <a:spcPct val="100000"/>
              </a:lnSpc>
              <a:defRPr/>
            </a:pPr>
            <a:r>
              <a:rPr lang="ko-KR" altLang="en-US" dirty="0" err="1"/>
              <a:t>로보틱스</a:t>
            </a:r>
            <a:r>
              <a:rPr lang="ko-KR" altLang="en-US" dirty="0"/>
              <a:t> </a:t>
            </a:r>
            <a:endParaRPr lang="en-US" altLang="ko-KR" dirty="0"/>
          </a:p>
          <a:p>
            <a:pPr>
              <a:lnSpc>
                <a:spcPct val="100000"/>
              </a:lnSpc>
              <a:defRPr/>
            </a:pPr>
            <a:r>
              <a:rPr lang="en-US" altLang="ko-KR" dirty="0"/>
              <a:t>OpenCV</a:t>
            </a:r>
            <a:r>
              <a:rPr lang="ko-KR" altLang="en-US" dirty="0"/>
              <a:t>가 인기 있는 이유</a:t>
            </a:r>
            <a:endParaRPr lang="en-US" altLang="ko-KR" dirty="0"/>
          </a:p>
          <a:p>
            <a:pPr lvl="1">
              <a:defRPr/>
            </a:pPr>
            <a:r>
              <a:rPr lang="ko-KR" altLang="en-US" dirty="0"/>
              <a:t>오픈 소스이지만</a:t>
            </a:r>
            <a:r>
              <a:rPr lang="en-US" altLang="ko-KR" dirty="0"/>
              <a:t>, BSD(Berkeley Software Distribution) </a:t>
            </a:r>
            <a:r>
              <a:rPr lang="ko-KR" altLang="en-US" dirty="0"/>
              <a:t>라이선스를 취득하여 상업용 목적으로 사용가능</a:t>
            </a:r>
            <a:endParaRPr lang="en-US" altLang="ko-KR" dirty="0"/>
          </a:p>
          <a:p>
            <a:pPr lvl="1">
              <a:defRPr/>
            </a:pPr>
            <a:r>
              <a:rPr lang="ko-KR" altLang="en-US" dirty="0"/>
              <a:t>추가된 소스의 공개 의무 없음</a:t>
            </a:r>
            <a:endParaRPr lang="en-US" altLang="ko-KR" dirty="0"/>
          </a:p>
          <a:p>
            <a:pPr lvl="1">
              <a:defRPr/>
            </a:pPr>
            <a:r>
              <a:rPr lang="ko-KR" altLang="en-US" dirty="0"/>
              <a:t>실시간 처리를 중점으로 개발되어 빠른 속도와 효율성 높음</a:t>
            </a:r>
            <a:endParaRPr lang="en-US" altLang="ko-KR" dirty="0"/>
          </a:p>
        </p:txBody>
      </p:sp>
      <p:sp>
        <p:nvSpPr>
          <p:cNvPr id="8" name="TextBox 7"/>
          <p:cNvSpPr txBox="1"/>
          <p:nvPr/>
        </p:nvSpPr>
        <p:spPr>
          <a:xfrm>
            <a:off x="4813071" y="6203970"/>
            <a:ext cx="4330929" cy="276999"/>
          </a:xfrm>
          <a:prstGeom prst="rect">
            <a:avLst/>
          </a:prstGeom>
          <a:noFill/>
        </p:spPr>
        <p:txBody>
          <a:bodyPr wrap="none" rtlCol="0">
            <a:spAutoFit/>
          </a:bodyPr>
          <a:lstStyle/>
          <a:p>
            <a:pPr algn="r"/>
            <a:r>
              <a:rPr lang="en-US" altLang="ko-KR" sz="1200" dirty="0">
                <a:solidFill>
                  <a:schemeClr val="bg1">
                    <a:lumMod val="65000"/>
                  </a:schemeClr>
                </a:solidFill>
                <a:latin typeface="맑은 고딕" panose="020B0503020000020004" pitchFamily="50" charset="-127"/>
                <a:ea typeface="맑은 고딕" panose="020B0503020000020004" pitchFamily="50" charset="-127"/>
              </a:rPr>
              <a:t>&lt;</a:t>
            </a:r>
            <a:r>
              <a:rPr lang="ko-KR" altLang="en-US" sz="1200" dirty="0">
                <a:solidFill>
                  <a:schemeClr val="bg1">
                    <a:lumMod val="65000"/>
                  </a:schemeClr>
                </a:solidFill>
                <a:latin typeface="맑은 고딕" panose="020B0503020000020004" pitchFamily="50" charset="-127"/>
                <a:ea typeface="맑은 고딕" panose="020B0503020000020004" pitchFamily="50" charset="-127"/>
              </a:rPr>
              <a:t>출처</a:t>
            </a:r>
            <a:r>
              <a:rPr lang="en-US" altLang="ko-KR" sz="1200" dirty="0">
                <a:solidFill>
                  <a:schemeClr val="bg1">
                    <a:lumMod val="65000"/>
                  </a:schemeClr>
                </a:solidFill>
                <a:latin typeface="맑은 고딕" panose="020B0503020000020004" pitchFamily="50" charset="-127"/>
                <a:ea typeface="맑은 고딕" panose="020B0503020000020004" pitchFamily="50" charset="-127"/>
              </a:rPr>
              <a:t>. </a:t>
            </a:r>
            <a:r>
              <a:rPr lang="ko-KR" altLang="en-US" sz="1200" dirty="0">
                <a:solidFill>
                  <a:schemeClr val="bg1">
                    <a:lumMod val="65000"/>
                  </a:schemeClr>
                </a:solidFill>
                <a:latin typeface="맑은 고딕" panose="020B0503020000020004" pitchFamily="50" charset="-127"/>
                <a:ea typeface="맑은 고딕" panose="020B0503020000020004" pitchFamily="50" charset="-127"/>
              </a:rPr>
              <a:t>위키백과</a:t>
            </a:r>
            <a:r>
              <a:rPr lang="en-US" altLang="ko-KR" sz="1200" dirty="0">
                <a:solidFill>
                  <a:schemeClr val="bg1">
                    <a:lumMod val="65000"/>
                  </a:schemeClr>
                </a:solidFill>
                <a:latin typeface="맑은 고딕" panose="020B0503020000020004" pitchFamily="50" charset="-127"/>
                <a:ea typeface="맑은 고딕" panose="020B0503020000020004" pitchFamily="50" charset="-127"/>
              </a:rPr>
              <a:t>, https://studium-anywhere.tistory.com/22&gt;</a:t>
            </a:r>
            <a:endParaRPr lang="ko-KR" altLang="en-US" sz="1200" dirty="0">
              <a:solidFill>
                <a:schemeClr val="bg1">
                  <a:lumMod val="65000"/>
                </a:schemeClr>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526948679"/>
      </p:ext>
    </p:extLst>
  </p:cSld>
  <p:clrMapOvr>
    <a:masterClrMapping/>
  </p:clrMapOvr>
  <p:transition>
    <p:diamon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그림 1"/>
          <p:cNvPicPr>
            <a:picLocks noChangeAspect="1"/>
          </p:cNvPicPr>
          <p:nvPr/>
        </p:nvPicPr>
        <p:blipFill>
          <a:blip r:embed="rId2"/>
          <a:stretch>
            <a:fillRect/>
          </a:stretch>
        </p:blipFill>
        <p:spPr>
          <a:xfrm>
            <a:off x="4984628" y="1138417"/>
            <a:ext cx="4051423" cy="2434599"/>
          </a:xfrm>
          <a:prstGeom prst="rect">
            <a:avLst/>
          </a:prstGeom>
        </p:spPr>
      </p:pic>
      <p:sp>
        <p:nvSpPr>
          <p:cNvPr id="9218" name="제목 1"/>
          <p:cNvSpPr>
            <a:spLocks noGrp="1"/>
          </p:cNvSpPr>
          <p:nvPr>
            <p:ph type="title"/>
          </p:nvPr>
        </p:nvSpPr>
        <p:spPr/>
        <p:txBody>
          <a:bodyPr/>
          <a:lstStyle/>
          <a:p>
            <a:r>
              <a:rPr lang="en-US" altLang="ko-KR" dirty="0" err="1"/>
              <a:t>OpenCV</a:t>
            </a:r>
            <a:endParaRPr lang="ko-KR" altLang="en-US" dirty="0"/>
          </a:p>
        </p:txBody>
      </p:sp>
      <p:sp>
        <p:nvSpPr>
          <p:cNvPr id="9219" name="슬라이드 번호 개체 틀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1600">
                <a:solidFill>
                  <a:schemeClr val="tx1"/>
                </a:solidFill>
                <a:latin typeface="HY견고딕" panose="02030600000101010101" pitchFamily="18" charset="-127"/>
                <a:ea typeface="HY견고딕" panose="02030600000101010101" pitchFamily="18" charset="-127"/>
              </a:defRPr>
            </a:lvl1pPr>
            <a:lvl2pPr marL="742950" indent="-285750" eaLnBrk="0" hangingPunct="0">
              <a:defRPr kumimoji="1" sz="1600">
                <a:solidFill>
                  <a:schemeClr val="tx1"/>
                </a:solidFill>
                <a:latin typeface="HY견고딕" panose="02030600000101010101" pitchFamily="18" charset="-127"/>
                <a:ea typeface="HY견고딕" panose="02030600000101010101" pitchFamily="18" charset="-127"/>
              </a:defRPr>
            </a:lvl2pPr>
            <a:lvl3pPr marL="1143000" indent="-228600" eaLnBrk="0" hangingPunct="0">
              <a:defRPr kumimoji="1" sz="1600">
                <a:solidFill>
                  <a:schemeClr val="tx1"/>
                </a:solidFill>
                <a:latin typeface="HY견고딕" panose="02030600000101010101" pitchFamily="18" charset="-127"/>
                <a:ea typeface="HY견고딕" panose="02030600000101010101" pitchFamily="18" charset="-127"/>
              </a:defRPr>
            </a:lvl3pPr>
            <a:lvl4pPr marL="1600200" indent="-228600" eaLnBrk="0" hangingPunct="0">
              <a:defRPr kumimoji="1" sz="1600">
                <a:solidFill>
                  <a:schemeClr val="tx1"/>
                </a:solidFill>
                <a:latin typeface="HY견고딕" panose="02030600000101010101" pitchFamily="18" charset="-127"/>
                <a:ea typeface="HY견고딕" panose="02030600000101010101" pitchFamily="18" charset="-127"/>
              </a:defRPr>
            </a:lvl4pPr>
            <a:lvl5pPr marL="2057400" indent="-228600" eaLnBrk="0" hangingPunct="0">
              <a:defRPr kumimoji="1" sz="1600">
                <a:solidFill>
                  <a:schemeClr val="tx1"/>
                </a:solidFill>
                <a:latin typeface="HY견고딕" panose="02030600000101010101" pitchFamily="18" charset="-127"/>
                <a:ea typeface="HY견고딕" panose="02030600000101010101" pitchFamily="18" charset="-127"/>
              </a:defRPr>
            </a:lvl5pPr>
            <a:lvl6pPr marL="2514600" indent="-228600" eaLnBrk="0" fontAlgn="base" hangingPunct="0">
              <a:spcBef>
                <a:spcPct val="0"/>
              </a:spcBef>
              <a:spcAft>
                <a:spcPct val="0"/>
              </a:spcAft>
              <a:defRPr kumimoji="1" sz="1600">
                <a:solidFill>
                  <a:schemeClr val="tx1"/>
                </a:solidFill>
                <a:latin typeface="HY견고딕" panose="02030600000101010101" pitchFamily="18" charset="-127"/>
                <a:ea typeface="HY견고딕" panose="02030600000101010101" pitchFamily="18" charset="-127"/>
              </a:defRPr>
            </a:lvl6pPr>
            <a:lvl7pPr marL="2971800" indent="-228600" eaLnBrk="0" fontAlgn="base" hangingPunct="0">
              <a:spcBef>
                <a:spcPct val="0"/>
              </a:spcBef>
              <a:spcAft>
                <a:spcPct val="0"/>
              </a:spcAft>
              <a:defRPr kumimoji="1" sz="1600">
                <a:solidFill>
                  <a:schemeClr val="tx1"/>
                </a:solidFill>
                <a:latin typeface="HY견고딕" panose="02030600000101010101" pitchFamily="18" charset="-127"/>
                <a:ea typeface="HY견고딕" panose="02030600000101010101" pitchFamily="18" charset="-127"/>
              </a:defRPr>
            </a:lvl7pPr>
            <a:lvl8pPr marL="3429000" indent="-228600" eaLnBrk="0" fontAlgn="base" hangingPunct="0">
              <a:spcBef>
                <a:spcPct val="0"/>
              </a:spcBef>
              <a:spcAft>
                <a:spcPct val="0"/>
              </a:spcAft>
              <a:defRPr kumimoji="1" sz="1600">
                <a:solidFill>
                  <a:schemeClr val="tx1"/>
                </a:solidFill>
                <a:latin typeface="HY견고딕" panose="02030600000101010101" pitchFamily="18" charset="-127"/>
                <a:ea typeface="HY견고딕" panose="02030600000101010101" pitchFamily="18" charset="-127"/>
              </a:defRPr>
            </a:lvl8pPr>
            <a:lvl9pPr marL="3886200" indent="-228600" eaLnBrk="0" fontAlgn="base" hangingPunct="0">
              <a:spcBef>
                <a:spcPct val="0"/>
              </a:spcBef>
              <a:spcAft>
                <a:spcPct val="0"/>
              </a:spcAft>
              <a:defRPr kumimoji="1" sz="1600">
                <a:solidFill>
                  <a:schemeClr val="tx1"/>
                </a:solidFill>
                <a:latin typeface="HY견고딕" panose="02030600000101010101" pitchFamily="18" charset="-127"/>
                <a:ea typeface="HY견고딕" panose="02030600000101010101" pitchFamily="18" charset="-127"/>
              </a:defRPr>
            </a:lvl9pPr>
          </a:lstStyle>
          <a:p>
            <a:pPr eaLnBrk="1" hangingPunct="1"/>
            <a:fld id="{616E6C8A-84E0-4B82-8FE4-EFB84950B3CE}" type="slidenum">
              <a:rPr lang="en-US" altLang="ko-KR" sz="1000">
                <a:solidFill>
                  <a:srgbClr val="02B0AC"/>
                </a:solidFill>
                <a:latin typeface="휴먼엑스포" panose="02030504000101010101" pitchFamily="18" charset="-127"/>
                <a:ea typeface="휴먼엑스포" panose="02030504000101010101" pitchFamily="18" charset="-127"/>
              </a:rPr>
              <a:pPr eaLnBrk="1" hangingPunct="1"/>
              <a:t>7</a:t>
            </a:fld>
            <a:endParaRPr lang="en-US" altLang="ko-KR" sz="1000">
              <a:solidFill>
                <a:srgbClr val="02B0AC"/>
              </a:solidFill>
              <a:latin typeface="휴먼엑스포" panose="02030504000101010101" pitchFamily="18" charset="-127"/>
              <a:ea typeface="휴먼엑스포" panose="02030504000101010101" pitchFamily="18" charset="-127"/>
            </a:endParaRPr>
          </a:p>
        </p:txBody>
      </p:sp>
      <p:sp>
        <p:nvSpPr>
          <p:cNvPr id="46" name="내용 개체 틀 45"/>
          <p:cNvSpPr>
            <a:spLocks noGrp="1"/>
          </p:cNvSpPr>
          <p:nvPr>
            <p:ph idx="1"/>
          </p:nvPr>
        </p:nvSpPr>
        <p:spPr/>
        <p:txBody>
          <a:bodyPr/>
          <a:lstStyle/>
          <a:p>
            <a:pPr>
              <a:defRPr/>
            </a:pPr>
            <a:r>
              <a:rPr lang="ko-KR" altLang="en-US" dirty="0"/>
              <a:t>컴퓨터</a:t>
            </a:r>
            <a:r>
              <a:rPr lang="en-US" altLang="ko-KR" dirty="0"/>
              <a:t> </a:t>
            </a:r>
            <a:r>
              <a:rPr lang="ko-KR" altLang="en-US" dirty="0"/>
              <a:t>비전 </a:t>
            </a:r>
            <a:r>
              <a:rPr lang="en-US" altLang="ko-KR" dirty="0"/>
              <a:t>(Computer Vision)</a:t>
            </a:r>
          </a:p>
          <a:p>
            <a:pPr lvl="1">
              <a:defRPr/>
            </a:pPr>
            <a:r>
              <a:rPr lang="ko-KR" altLang="en-US" dirty="0"/>
              <a:t>카메라로</a:t>
            </a:r>
            <a:r>
              <a:rPr lang="en-US" altLang="ko-KR" dirty="0"/>
              <a:t> </a:t>
            </a:r>
            <a:r>
              <a:rPr lang="ko-KR" altLang="en-US" dirty="0"/>
              <a:t>얻은 일련의 영상</a:t>
            </a:r>
            <a:endParaRPr lang="en-US" altLang="ko-KR" dirty="0"/>
          </a:p>
          <a:p>
            <a:pPr lvl="1">
              <a:defRPr/>
            </a:pPr>
            <a:r>
              <a:rPr lang="ko-KR" altLang="en-US" dirty="0"/>
              <a:t>사람과 컴퓨터는 다름</a:t>
            </a:r>
            <a:endParaRPr lang="en-US" altLang="ko-KR" dirty="0"/>
          </a:p>
          <a:p>
            <a:pPr lvl="2">
              <a:defRPr/>
            </a:pPr>
            <a:r>
              <a:rPr lang="ko-KR" altLang="en-US" dirty="0"/>
              <a:t>컴퓨터는 숫자로 인식</a:t>
            </a:r>
            <a:endParaRPr lang="en-US" altLang="ko-KR" dirty="0"/>
          </a:p>
          <a:p>
            <a:pPr lvl="2">
              <a:defRPr/>
            </a:pPr>
            <a:r>
              <a:rPr lang="ko-KR" altLang="en-US" dirty="0"/>
              <a:t>사진에서 사람을 가려내거나</a:t>
            </a:r>
            <a:endParaRPr lang="en-US" altLang="ko-KR" dirty="0"/>
          </a:p>
          <a:p>
            <a:pPr marL="648000" lvl="2" indent="0">
              <a:buNone/>
              <a:defRPr/>
            </a:pPr>
            <a:r>
              <a:rPr lang="en-US" altLang="ko-KR" dirty="0"/>
              <a:t>  </a:t>
            </a:r>
            <a:r>
              <a:rPr lang="ko-KR" altLang="en-US" dirty="0"/>
              <a:t>사물을 골라내는 일은 </a:t>
            </a:r>
            <a:endParaRPr lang="en-US" altLang="ko-KR" dirty="0"/>
          </a:p>
          <a:p>
            <a:pPr marL="648000" lvl="2" indent="0">
              <a:buNone/>
              <a:defRPr/>
            </a:pPr>
            <a:r>
              <a:rPr lang="en-US" altLang="ko-KR" dirty="0"/>
              <a:t>  </a:t>
            </a:r>
            <a:r>
              <a:rPr lang="ko-KR" altLang="en-US" dirty="0"/>
              <a:t>사람에게 쉬우나 컴퓨터에게는 어려운 일</a:t>
            </a:r>
            <a:endParaRPr lang="en-US" altLang="ko-KR" dirty="0"/>
          </a:p>
          <a:p>
            <a:pPr lvl="1">
              <a:defRPr/>
            </a:pPr>
            <a:r>
              <a:rPr lang="ko-KR" altLang="en-US" dirty="0"/>
              <a:t>정보의 왜곡 가능성이 큼</a:t>
            </a:r>
            <a:endParaRPr lang="en-US" altLang="ko-KR" dirty="0"/>
          </a:p>
          <a:p>
            <a:pPr lvl="2">
              <a:defRPr/>
            </a:pPr>
            <a:r>
              <a:rPr lang="ko-KR" altLang="en-US" dirty="0"/>
              <a:t>보는 각도</a:t>
            </a:r>
            <a:r>
              <a:rPr lang="en-US" altLang="ko-KR" dirty="0"/>
              <a:t>, </a:t>
            </a:r>
            <a:r>
              <a:rPr lang="ko-KR" altLang="en-US" dirty="0"/>
              <a:t>조명</a:t>
            </a:r>
            <a:r>
              <a:rPr lang="en-US" altLang="ko-KR" dirty="0"/>
              <a:t>, </a:t>
            </a:r>
            <a:r>
              <a:rPr lang="ko-KR" altLang="en-US" dirty="0"/>
              <a:t>날씨</a:t>
            </a:r>
            <a:r>
              <a:rPr lang="en-US" altLang="ko-KR" dirty="0"/>
              <a:t>, </a:t>
            </a:r>
            <a:r>
              <a:rPr lang="ko-KR" altLang="en-US" dirty="0"/>
              <a:t>카메라 성능</a:t>
            </a:r>
            <a:r>
              <a:rPr lang="en-US" altLang="ko-KR" dirty="0"/>
              <a:t>, </a:t>
            </a:r>
            <a:r>
              <a:rPr lang="ko-KR" altLang="en-US" dirty="0"/>
              <a:t>전기적 잡음</a:t>
            </a:r>
            <a:r>
              <a:rPr lang="en-US" altLang="ko-KR" dirty="0"/>
              <a:t>(noise), 3D</a:t>
            </a:r>
            <a:r>
              <a:rPr lang="en-US" altLang="ko-KR" dirty="0">
                <a:sym typeface="Wingdings" panose="05000000000000000000" pitchFamily="2" charset="2"/>
              </a:rPr>
              <a:t>2D</a:t>
            </a:r>
          </a:p>
          <a:p>
            <a:pPr lvl="2">
              <a:defRPr/>
            </a:pPr>
            <a:r>
              <a:rPr lang="ko-KR" altLang="en-US" dirty="0">
                <a:sym typeface="Wingdings" panose="05000000000000000000" pitchFamily="2" charset="2"/>
              </a:rPr>
              <a:t>머신 러닝으로 어느 정도 보완</a:t>
            </a:r>
            <a:endParaRPr lang="en-US" altLang="ko-KR" dirty="0">
              <a:sym typeface="Wingdings" panose="05000000000000000000" pitchFamily="2" charset="2"/>
            </a:endParaRPr>
          </a:p>
          <a:p>
            <a:pPr marL="612000" lvl="2" indent="0">
              <a:buNone/>
              <a:defRPr/>
            </a:pPr>
            <a:r>
              <a:rPr lang="en-US" altLang="ko-KR" dirty="0">
                <a:sym typeface="Wingdings" panose="05000000000000000000" pitchFamily="2" charset="2"/>
              </a:rPr>
              <a:t> AI </a:t>
            </a:r>
            <a:r>
              <a:rPr lang="ko-KR" altLang="en-US" dirty="0">
                <a:sym typeface="Wingdings" panose="05000000000000000000" pitchFamily="2" charset="2"/>
              </a:rPr>
              <a:t>기반의 학습 필요 </a:t>
            </a:r>
            <a:r>
              <a:rPr lang="en-US" altLang="ko-KR" dirty="0">
                <a:sym typeface="Wingdings" panose="05000000000000000000" pitchFamily="2" charset="2"/>
              </a:rPr>
              <a:t> </a:t>
            </a:r>
            <a:r>
              <a:rPr lang="ko-KR" altLang="en-US" dirty="0">
                <a:sym typeface="Wingdings" panose="05000000000000000000" pitchFamily="2" charset="2"/>
              </a:rPr>
              <a:t>구글의 학습자료 활용 가능</a:t>
            </a:r>
            <a:endParaRPr lang="en-US" altLang="ko-KR" dirty="0">
              <a:sym typeface="Wingdings" panose="05000000000000000000" pitchFamily="2" charset="2"/>
            </a:endParaRPr>
          </a:p>
          <a:p>
            <a:pPr marL="360000" lvl="1" indent="0">
              <a:buNone/>
              <a:defRPr/>
            </a:pPr>
            <a:r>
              <a:rPr lang="en-US" altLang="ko-KR" dirty="0">
                <a:sym typeface="Wingdings" panose="05000000000000000000" pitchFamily="2" charset="2"/>
              </a:rPr>
              <a:t> </a:t>
            </a:r>
            <a:r>
              <a:rPr lang="en-US" altLang="ko-KR" dirty="0" err="1">
                <a:sym typeface="Wingdings" panose="05000000000000000000" pitchFamily="2" charset="2"/>
              </a:rPr>
              <a:t>OpenCV</a:t>
            </a:r>
            <a:r>
              <a:rPr lang="ko-KR" altLang="en-US" dirty="0">
                <a:sym typeface="Wingdings" panose="05000000000000000000" pitchFamily="2" charset="2"/>
              </a:rPr>
              <a:t>는 문제해결을 위한 도구 제공 목적</a:t>
            </a:r>
            <a:endParaRPr lang="en-US" altLang="ko-KR" dirty="0"/>
          </a:p>
        </p:txBody>
      </p:sp>
      <p:sp>
        <p:nvSpPr>
          <p:cNvPr id="8" name="TextBox 7"/>
          <p:cNvSpPr txBox="1"/>
          <p:nvPr/>
        </p:nvSpPr>
        <p:spPr>
          <a:xfrm>
            <a:off x="5428624" y="6203970"/>
            <a:ext cx="3715376" cy="276999"/>
          </a:xfrm>
          <a:prstGeom prst="rect">
            <a:avLst/>
          </a:prstGeom>
          <a:noFill/>
        </p:spPr>
        <p:txBody>
          <a:bodyPr wrap="none" rtlCol="0">
            <a:spAutoFit/>
          </a:bodyPr>
          <a:lstStyle/>
          <a:p>
            <a:pPr algn="r"/>
            <a:r>
              <a:rPr lang="en-US" altLang="ko-KR" sz="1200" dirty="0">
                <a:solidFill>
                  <a:schemeClr val="bg1">
                    <a:lumMod val="65000"/>
                  </a:schemeClr>
                </a:solidFill>
                <a:latin typeface="맑은 고딕" panose="020B0503020000020004" pitchFamily="50" charset="-127"/>
                <a:ea typeface="맑은 고딕" panose="020B0503020000020004" pitchFamily="50" charset="-127"/>
              </a:rPr>
              <a:t>&lt;</a:t>
            </a:r>
            <a:r>
              <a:rPr lang="ko-KR" altLang="en-US" sz="1200" dirty="0">
                <a:solidFill>
                  <a:schemeClr val="bg1">
                    <a:lumMod val="65000"/>
                  </a:schemeClr>
                </a:solidFill>
                <a:latin typeface="맑은 고딕" panose="020B0503020000020004" pitchFamily="50" charset="-127"/>
                <a:ea typeface="맑은 고딕" panose="020B0503020000020004" pitchFamily="50" charset="-127"/>
              </a:rPr>
              <a:t>출처</a:t>
            </a:r>
            <a:r>
              <a:rPr lang="en-US" altLang="ko-KR" sz="1200" dirty="0">
                <a:solidFill>
                  <a:schemeClr val="bg1">
                    <a:lumMod val="65000"/>
                  </a:schemeClr>
                </a:solidFill>
                <a:latin typeface="맑은 고딕" panose="020B0503020000020004" pitchFamily="50" charset="-127"/>
                <a:ea typeface="맑은 고딕" panose="020B0503020000020004" pitchFamily="50" charset="-127"/>
              </a:rPr>
              <a:t>. https://studium-anywhere.tistory.com/22&gt;</a:t>
            </a:r>
            <a:endParaRPr lang="ko-KR" altLang="en-US" sz="1200" dirty="0">
              <a:solidFill>
                <a:schemeClr val="bg1">
                  <a:lumMod val="65000"/>
                </a:schemeClr>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912436185"/>
      </p:ext>
    </p:extLst>
  </p:cSld>
  <p:clrMapOvr>
    <a:masterClrMapping/>
  </p:clrMapOvr>
  <p:transition>
    <p:diamon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제목 1"/>
          <p:cNvSpPr>
            <a:spLocks noGrp="1"/>
          </p:cNvSpPr>
          <p:nvPr>
            <p:ph type="title"/>
          </p:nvPr>
        </p:nvSpPr>
        <p:spPr/>
        <p:txBody>
          <a:bodyPr/>
          <a:lstStyle/>
          <a:p>
            <a:r>
              <a:rPr lang="en-US" altLang="ko-KR" dirty="0" err="1"/>
              <a:t>OpenCV</a:t>
            </a:r>
            <a:endParaRPr lang="ko-KR" altLang="en-US" dirty="0"/>
          </a:p>
        </p:txBody>
      </p:sp>
      <p:sp>
        <p:nvSpPr>
          <p:cNvPr id="9219" name="슬라이드 번호 개체 틀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1600">
                <a:solidFill>
                  <a:schemeClr val="tx1"/>
                </a:solidFill>
                <a:latin typeface="HY견고딕" panose="02030600000101010101" pitchFamily="18" charset="-127"/>
                <a:ea typeface="HY견고딕" panose="02030600000101010101" pitchFamily="18" charset="-127"/>
              </a:defRPr>
            </a:lvl1pPr>
            <a:lvl2pPr marL="742950" indent="-285750" eaLnBrk="0" hangingPunct="0">
              <a:defRPr kumimoji="1" sz="1600">
                <a:solidFill>
                  <a:schemeClr val="tx1"/>
                </a:solidFill>
                <a:latin typeface="HY견고딕" panose="02030600000101010101" pitchFamily="18" charset="-127"/>
                <a:ea typeface="HY견고딕" panose="02030600000101010101" pitchFamily="18" charset="-127"/>
              </a:defRPr>
            </a:lvl2pPr>
            <a:lvl3pPr marL="1143000" indent="-228600" eaLnBrk="0" hangingPunct="0">
              <a:defRPr kumimoji="1" sz="1600">
                <a:solidFill>
                  <a:schemeClr val="tx1"/>
                </a:solidFill>
                <a:latin typeface="HY견고딕" panose="02030600000101010101" pitchFamily="18" charset="-127"/>
                <a:ea typeface="HY견고딕" panose="02030600000101010101" pitchFamily="18" charset="-127"/>
              </a:defRPr>
            </a:lvl3pPr>
            <a:lvl4pPr marL="1600200" indent="-228600" eaLnBrk="0" hangingPunct="0">
              <a:defRPr kumimoji="1" sz="1600">
                <a:solidFill>
                  <a:schemeClr val="tx1"/>
                </a:solidFill>
                <a:latin typeface="HY견고딕" panose="02030600000101010101" pitchFamily="18" charset="-127"/>
                <a:ea typeface="HY견고딕" panose="02030600000101010101" pitchFamily="18" charset="-127"/>
              </a:defRPr>
            </a:lvl4pPr>
            <a:lvl5pPr marL="2057400" indent="-228600" eaLnBrk="0" hangingPunct="0">
              <a:defRPr kumimoji="1" sz="1600">
                <a:solidFill>
                  <a:schemeClr val="tx1"/>
                </a:solidFill>
                <a:latin typeface="HY견고딕" panose="02030600000101010101" pitchFamily="18" charset="-127"/>
                <a:ea typeface="HY견고딕" panose="02030600000101010101" pitchFamily="18" charset="-127"/>
              </a:defRPr>
            </a:lvl5pPr>
            <a:lvl6pPr marL="2514600" indent="-228600" eaLnBrk="0" fontAlgn="base" hangingPunct="0">
              <a:spcBef>
                <a:spcPct val="0"/>
              </a:spcBef>
              <a:spcAft>
                <a:spcPct val="0"/>
              </a:spcAft>
              <a:defRPr kumimoji="1" sz="1600">
                <a:solidFill>
                  <a:schemeClr val="tx1"/>
                </a:solidFill>
                <a:latin typeface="HY견고딕" panose="02030600000101010101" pitchFamily="18" charset="-127"/>
                <a:ea typeface="HY견고딕" panose="02030600000101010101" pitchFamily="18" charset="-127"/>
              </a:defRPr>
            </a:lvl6pPr>
            <a:lvl7pPr marL="2971800" indent="-228600" eaLnBrk="0" fontAlgn="base" hangingPunct="0">
              <a:spcBef>
                <a:spcPct val="0"/>
              </a:spcBef>
              <a:spcAft>
                <a:spcPct val="0"/>
              </a:spcAft>
              <a:defRPr kumimoji="1" sz="1600">
                <a:solidFill>
                  <a:schemeClr val="tx1"/>
                </a:solidFill>
                <a:latin typeface="HY견고딕" panose="02030600000101010101" pitchFamily="18" charset="-127"/>
                <a:ea typeface="HY견고딕" panose="02030600000101010101" pitchFamily="18" charset="-127"/>
              </a:defRPr>
            </a:lvl7pPr>
            <a:lvl8pPr marL="3429000" indent="-228600" eaLnBrk="0" fontAlgn="base" hangingPunct="0">
              <a:spcBef>
                <a:spcPct val="0"/>
              </a:spcBef>
              <a:spcAft>
                <a:spcPct val="0"/>
              </a:spcAft>
              <a:defRPr kumimoji="1" sz="1600">
                <a:solidFill>
                  <a:schemeClr val="tx1"/>
                </a:solidFill>
                <a:latin typeface="HY견고딕" panose="02030600000101010101" pitchFamily="18" charset="-127"/>
                <a:ea typeface="HY견고딕" panose="02030600000101010101" pitchFamily="18" charset="-127"/>
              </a:defRPr>
            </a:lvl8pPr>
            <a:lvl9pPr marL="3886200" indent="-228600" eaLnBrk="0" fontAlgn="base" hangingPunct="0">
              <a:spcBef>
                <a:spcPct val="0"/>
              </a:spcBef>
              <a:spcAft>
                <a:spcPct val="0"/>
              </a:spcAft>
              <a:defRPr kumimoji="1" sz="1600">
                <a:solidFill>
                  <a:schemeClr val="tx1"/>
                </a:solidFill>
                <a:latin typeface="HY견고딕" panose="02030600000101010101" pitchFamily="18" charset="-127"/>
                <a:ea typeface="HY견고딕" panose="02030600000101010101" pitchFamily="18" charset="-127"/>
              </a:defRPr>
            </a:lvl9pPr>
          </a:lstStyle>
          <a:p>
            <a:pPr eaLnBrk="1" hangingPunct="1"/>
            <a:fld id="{616E6C8A-84E0-4B82-8FE4-EFB84950B3CE}" type="slidenum">
              <a:rPr lang="en-US" altLang="ko-KR" sz="1000">
                <a:solidFill>
                  <a:srgbClr val="02B0AC"/>
                </a:solidFill>
                <a:latin typeface="휴먼엑스포" panose="02030504000101010101" pitchFamily="18" charset="-127"/>
                <a:ea typeface="휴먼엑스포" panose="02030504000101010101" pitchFamily="18" charset="-127"/>
              </a:rPr>
              <a:pPr eaLnBrk="1" hangingPunct="1"/>
              <a:t>8</a:t>
            </a:fld>
            <a:endParaRPr lang="en-US" altLang="ko-KR" sz="1000">
              <a:solidFill>
                <a:srgbClr val="02B0AC"/>
              </a:solidFill>
              <a:latin typeface="휴먼엑스포" panose="02030504000101010101" pitchFamily="18" charset="-127"/>
              <a:ea typeface="휴먼엑스포" panose="02030504000101010101" pitchFamily="18" charset="-127"/>
            </a:endParaRPr>
          </a:p>
        </p:txBody>
      </p:sp>
      <p:sp>
        <p:nvSpPr>
          <p:cNvPr id="46" name="내용 개체 틀 45"/>
          <p:cNvSpPr>
            <a:spLocks noGrp="1"/>
          </p:cNvSpPr>
          <p:nvPr>
            <p:ph idx="1"/>
          </p:nvPr>
        </p:nvSpPr>
        <p:spPr/>
        <p:txBody>
          <a:bodyPr/>
          <a:lstStyle/>
          <a:p>
            <a:pPr>
              <a:defRPr/>
            </a:pPr>
            <a:r>
              <a:rPr lang="en-US" altLang="ko-KR" dirty="0" err="1"/>
              <a:t>OpenCV</a:t>
            </a:r>
            <a:r>
              <a:rPr lang="ko-KR" altLang="en-US" dirty="0"/>
              <a:t>의 아키텍처</a:t>
            </a:r>
            <a:endParaRPr lang="en-US" altLang="ko-KR" dirty="0"/>
          </a:p>
        </p:txBody>
      </p:sp>
      <p:sp>
        <p:nvSpPr>
          <p:cNvPr id="8" name="TextBox 7"/>
          <p:cNvSpPr txBox="1"/>
          <p:nvPr/>
        </p:nvSpPr>
        <p:spPr>
          <a:xfrm>
            <a:off x="5428624" y="6203970"/>
            <a:ext cx="3715376" cy="276999"/>
          </a:xfrm>
          <a:prstGeom prst="rect">
            <a:avLst/>
          </a:prstGeom>
          <a:noFill/>
        </p:spPr>
        <p:txBody>
          <a:bodyPr wrap="none" rtlCol="0">
            <a:spAutoFit/>
          </a:bodyPr>
          <a:lstStyle/>
          <a:p>
            <a:pPr algn="r"/>
            <a:r>
              <a:rPr lang="en-US" altLang="ko-KR" sz="1200" dirty="0">
                <a:solidFill>
                  <a:schemeClr val="bg1">
                    <a:lumMod val="65000"/>
                  </a:schemeClr>
                </a:solidFill>
                <a:latin typeface="맑은 고딕" panose="020B0503020000020004" pitchFamily="50" charset="-127"/>
                <a:ea typeface="맑은 고딕" panose="020B0503020000020004" pitchFamily="50" charset="-127"/>
              </a:rPr>
              <a:t>&lt;</a:t>
            </a:r>
            <a:r>
              <a:rPr lang="ko-KR" altLang="en-US" sz="1200" dirty="0">
                <a:solidFill>
                  <a:schemeClr val="bg1">
                    <a:lumMod val="65000"/>
                  </a:schemeClr>
                </a:solidFill>
                <a:latin typeface="맑은 고딕" panose="020B0503020000020004" pitchFamily="50" charset="-127"/>
                <a:ea typeface="맑은 고딕" panose="020B0503020000020004" pitchFamily="50" charset="-127"/>
              </a:rPr>
              <a:t>출처</a:t>
            </a:r>
            <a:r>
              <a:rPr lang="en-US" altLang="ko-KR" sz="1200" dirty="0">
                <a:solidFill>
                  <a:schemeClr val="bg1">
                    <a:lumMod val="65000"/>
                  </a:schemeClr>
                </a:solidFill>
                <a:latin typeface="맑은 고딕" panose="020B0503020000020004" pitchFamily="50" charset="-127"/>
                <a:ea typeface="맑은 고딕" panose="020B0503020000020004" pitchFamily="50" charset="-127"/>
              </a:rPr>
              <a:t>. https://studium-anywhere.tistory.com/22&gt;</a:t>
            </a:r>
            <a:endParaRPr lang="ko-KR" altLang="en-US" sz="1200" dirty="0">
              <a:solidFill>
                <a:schemeClr val="bg1">
                  <a:lumMod val="65000"/>
                </a:schemeClr>
              </a:solidFill>
              <a:latin typeface="맑은 고딕" panose="020B0503020000020004" pitchFamily="50" charset="-127"/>
              <a:ea typeface="맑은 고딕" panose="020B0503020000020004" pitchFamily="50" charset="-127"/>
            </a:endParaRPr>
          </a:p>
        </p:txBody>
      </p:sp>
      <p:pic>
        <p:nvPicPr>
          <p:cNvPr id="3" name="그림 2"/>
          <p:cNvPicPr>
            <a:picLocks noChangeAspect="1"/>
          </p:cNvPicPr>
          <p:nvPr/>
        </p:nvPicPr>
        <p:blipFill>
          <a:blip r:embed="rId2"/>
          <a:stretch>
            <a:fillRect/>
          </a:stretch>
        </p:blipFill>
        <p:spPr>
          <a:xfrm>
            <a:off x="72634" y="1628800"/>
            <a:ext cx="8939214" cy="3536224"/>
          </a:xfrm>
          <a:prstGeom prst="rect">
            <a:avLst/>
          </a:prstGeom>
        </p:spPr>
      </p:pic>
    </p:spTree>
    <p:extLst>
      <p:ext uri="{BB962C8B-B14F-4D97-AF65-F5344CB8AC3E}">
        <p14:creationId xmlns:p14="http://schemas.microsoft.com/office/powerpoint/2010/main" val="3278076879"/>
      </p:ext>
    </p:extLst>
  </p:cSld>
  <p:clrMapOvr>
    <a:masterClrMapping/>
  </p:clrMapOvr>
  <p:transition>
    <p:diamon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E69887B-A197-4EDE-3110-89FF5D75952D}"/>
              </a:ext>
            </a:extLst>
          </p:cNvPr>
          <p:cNvSpPr>
            <a:spLocks noGrp="1"/>
          </p:cNvSpPr>
          <p:nvPr>
            <p:ph type="title"/>
          </p:nvPr>
        </p:nvSpPr>
        <p:spPr/>
        <p:txBody>
          <a:bodyPr/>
          <a:lstStyle/>
          <a:p>
            <a:r>
              <a:rPr lang="en-US" altLang="ko-KR" dirty="0"/>
              <a:t>OpenCV</a:t>
            </a:r>
            <a:r>
              <a:rPr lang="ko-KR" altLang="en-US" dirty="0"/>
              <a:t>로 할 수 있는 일</a:t>
            </a:r>
          </a:p>
        </p:txBody>
      </p:sp>
      <p:sp>
        <p:nvSpPr>
          <p:cNvPr id="4" name="슬라이드 번호 개체 틀 3">
            <a:extLst>
              <a:ext uri="{FF2B5EF4-FFF2-40B4-BE49-F238E27FC236}">
                <a16:creationId xmlns:a16="http://schemas.microsoft.com/office/drawing/2014/main" id="{7E957CBD-7442-F68B-AD09-F82D8BBB6CC0}"/>
              </a:ext>
            </a:extLst>
          </p:cNvPr>
          <p:cNvSpPr>
            <a:spLocks noGrp="1"/>
          </p:cNvSpPr>
          <p:nvPr>
            <p:ph type="sldNum" sz="quarter" idx="10"/>
          </p:nvPr>
        </p:nvSpPr>
        <p:spPr/>
        <p:txBody>
          <a:bodyPr/>
          <a:lstStyle/>
          <a:p>
            <a:fld id="{0662DF40-CD95-4196-B16C-EF23877BEF64}" type="slidenum">
              <a:rPr lang="en-US" altLang="ko-KR" smtClean="0"/>
              <a:pPr/>
              <a:t>9</a:t>
            </a:fld>
            <a:endParaRPr lang="en-US" altLang="ko-KR"/>
          </a:p>
        </p:txBody>
      </p:sp>
      <p:pic>
        <p:nvPicPr>
          <p:cNvPr id="5" name="그림 4">
            <a:extLst>
              <a:ext uri="{FF2B5EF4-FFF2-40B4-BE49-F238E27FC236}">
                <a16:creationId xmlns:a16="http://schemas.microsoft.com/office/drawing/2014/main" id="{73FB1217-87D3-40C3-CA59-BDE9C7675151}"/>
              </a:ext>
            </a:extLst>
          </p:cNvPr>
          <p:cNvPicPr>
            <a:picLocks noChangeAspect="1"/>
          </p:cNvPicPr>
          <p:nvPr/>
        </p:nvPicPr>
        <p:blipFill>
          <a:blip r:embed="rId2"/>
          <a:stretch>
            <a:fillRect/>
          </a:stretch>
        </p:blipFill>
        <p:spPr>
          <a:xfrm>
            <a:off x="107950" y="1315712"/>
            <a:ext cx="4176912" cy="2416718"/>
          </a:xfrm>
          <a:prstGeom prst="rect">
            <a:avLst/>
          </a:prstGeom>
        </p:spPr>
      </p:pic>
      <p:pic>
        <p:nvPicPr>
          <p:cNvPr id="6" name="그림 5">
            <a:extLst>
              <a:ext uri="{FF2B5EF4-FFF2-40B4-BE49-F238E27FC236}">
                <a16:creationId xmlns:a16="http://schemas.microsoft.com/office/drawing/2014/main" id="{12B2EFE7-F7A5-D101-2778-3227F5A2FD11}"/>
              </a:ext>
            </a:extLst>
          </p:cNvPr>
          <p:cNvPicPr>
            <a:picLocks noChangeAspect="1"/>
          </p:cNvPicPr>
          <p:nvPr/>
        </p:nvPicPr>
        <p:blipFill>
          <a:blip r:embed="rId3"/>
          <a:stretch>
            <a:fillRect/>
          </a:stretch>
        </p:blipFill>
        <p:spPr>
          <a:xfrm>
            <a:off x="4562163" y="1453606"/>
            <a:ext cx="4320481" cy="2275578"/>
          </a:xfrm>
          <a:prstGeom prst="rect">
            <a:avLst/>
          </a:prstGeom>
        </p:spPr>
      </p:pic>
      <p:pic>
        <p:nvPicPr>
          <p:cNvPr id="7" name="그림 6">
            <a:extLst>
              <a:ext uri="{FF2B5EF4-FFF2-40B4-BE49-F238E27FC236}">
                <a16:creationId xmlns:a16="http://schemas.microsoft.com/office/drawing/2014/main" id="{B6256E8B-DE99-F3B4-6DE6-829B2BDFEB22}"/>
              </a:ext>
            </a:extLst>
          </p:cNvPr>
          <p:cNvPicPr>
            <a:picLocks noChangeAspect="1"/>
          </p:cNvPicPr>
          <p:nvPr/>
        </p:nvPicPr>
        <p:blipFill>
          <a:blip r:embed="rId4"/>
          <a:stretch>
            <a:fillRect/>
          </a:stretch>
        </p:blipFill>
        <p:spPr>
          <a:xfrm>
            <a:off x="130770" y="3966429"/>
            <a:ext cx="4154092" cy="2198875"/>
          </a:xfrm>
          <a:prstGeom prst="rect">
            <a:avLst/>
          </a:prstGeom>
        </p:spPr>
      </p:pic>
      <p:pic>
        <p:nvPicPr>
          <p:cNvPr id="9" name="그림 8">
            <a:extLst>
              <a:ext uri="{FF2B5EF4-FFF2-40B4-BE49-F238E27FC236}">
                <a16:creationId xmlns:a16="http://schemas.microsoft.com/office/drawing/2014/main" id="{B1D9DBE3-B9C7-049F-338B-D26F09477DF7}"/>
              </a:ext>
            </a:extLst>
          </p:cNvPr>
          <p:cNvPicPr>
            <a:picLocks noChangeAspect="1"/>
          </p:cNvPicPr>
          <p:nvPr/>
        </p:nvPicPr>
        <p:blipFill>
          <a:blip r:embed="rId5"/>
          <a:stretch>
            <a:fillRect/>
          </a:stretch>
        </p:blipFill>
        <p:spPr>
          <a:xfrm>
            <a:off x="4603339" y="3889114"/>
            <a:ext cx="3790476" cy="2276190"/>
          </a:xfrm>
          <a:prstGeom prst="rect">
            <a:avLst/>
          </a:prstGeom>
        </p:spPr>
      </p:pic>
    </p:spTree>
    <p:extLst>
      <p:ext uri="{BB962C8B-B14F-4D97-AF65-F5344CB8AC3E}">
        <p14:creationId xmlns:p14="http://schemas.microsoft.com/office/powerpoint/2010/main" val="1810328612"/>
      </p:ext>
    </p:extLst>
  </p:cSld>
  <p:clrMapOvr>
    <a:masterClrMapping/>
  </p:clrMapOvr>
  <p:transition>
    <p:diamon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E69887B-A197-4EDE-3110-89FF5D75952D}"/>
              </a:ext>
            </a:extLst>
          </p:cNvPr>
          <p:cNvSpPr>
            <a:spLocks noGrp="1"/>
          </p:cNvSpPr>
          <p:nvPr>
            <p:ph type="title"/>
          </p:nvPr>
        </p:nvSpPr>
        <p:spPr/>
        <p:txBody>
          <a:bodyPr/>
          <a:lstStyle/>
          <a:p>
            <a:r>
              <a:rPr lang="en-US" altLang="ko-KR" dirty="0"/>
              <a:t>OpenCV</a:t>
            </a:r>
            <a:r>
              <a:rPr lang="ko-KR" altLang="en-US" dirty="0"/>
              <a:t>로 할 수 있는 일</a:t>
            </a:r>
          </a:p>
        </p:txBody>
      </p:sp>
      <p:sp>
        <p:nvSpPr>
          <p:cNvPr id="4" name="슬라이드 번호 개체 틀 3">
            <a:extLst>
              <a:ext uri="{FF2B5EF4-FFF2-40B4-BE49-F238E27FC236}">
                <a16:creationId xmlns:a16="http://schemas.microsoft.com/office/drawing/2014/main" id="{7E957CBD-7442-F68B-AD09-F82D8BBB6CC0}"/>
              </a:ext>
            </a:extLst>
          </p:cNvPr>
          <p:cNvSpPr>
            <a:spLocks noGrp="1"/>
          </p:cNvSpPr>
          <p:nvPr>
            <p:ph type="sldNum" sz="quarter" idx="10"/>
          </p:nvPr>
        </p:nvSpPr>
        <p:spPr/>
        <p:txBody>
          <a:bodyPr/>
          <a:lstStyle/>
          <a:p>
            <a:fld id="{0662DF40-CD95-4196-B16C-EF23877BEF64}" type="slidenum">
              <a:rPr lang="en-US" altLang="ko-KR" smtClean="0"/>
              <a:pPr/>
              <a:t>10</a:t>
            </a:fld>
            <a:endParaRPr lang="en-US" altLang="ko-KR"/>
          </a:p>
        </p:txBody>
      </p:sp>
      <p:grpSp>
        <p:nvGrpSpPr>
          <p:cNvPr id="14" name="그룹 13">
            <a:extLst>
              <a:ext uri="{FF2B5EF4-FFF2-40B4-BE49-F238E27FC236}">
                <a16:creationId xmlns:a16="http://schemas.microsoft.com/office/drawing/2014/main" id="{6ED24357-A770-4BED-38BB-008B4B415D68}"/>
              </a:ext>
            </a:extLst>
          </p:cNvPr>
          <p:cNvGrpSpPr/>
          <p:nvPr/>
        </p:nvGrpSpPr>
        <p:grpSpPr>
          <a:xfrm>
            <a:off x="179512" y="1401104"/>
            <a:ext cx="8553498" cy="3972114"/>
            <a:chOff x="-275082" y="998814"/>
            <a:chExt cx="12879230" cy="5702077"/>
          </a:xfrm>
        </p:grpSpPr>
        <p:pic>
          <p:nvPicPr>
            <p:cNvPr id="3" name="그림 2">
              <a:extLst>
                <a:ext uri="{FF2B5EF4-FFF2-40B4-BE49-F238E27FC236}">
                  <a16:creationId xmlns:a16="http://schemas.microsoft.com/office/drawing/2014/main" id="{49799A01-6E16-50BD-046C-32FE0112BF63}"/>
                </a:ext>
              </a:extLst>
            </p:cNvPr>
            <p:cNvPicPr>
              <a:picLocks noChangeAspect="1"/>
            </p:cNvPicPr>
            <p:nvPr/>
          </p:nvPicPr>
          <p:blipFill>
            <a:blip r:embed="rId2"/>
            <a:stretch>
              <a:fillRect/>
            </a:stretch>
          </p:blipFill>
          <p:spPr>
            <a:xfrm>
              <a:off x="-275082" y="1035444"/>
              <a:ext cx="3584182" cy="2273727"/>
            </a:xfrm>
            <a:prstGeom prst="rect">
              <a:avLst/>
            </a:prstGeom>
          </p:spPr>
        </p:pic>
        <p:pic>
          <p:nvPicPr>
            <p:cNvPr id="8" name="그림 7">
              <a:extLst>
                <a:ext uri="{FF2B5EF4-FFF2-40B4-BE49-F238E27FC236}">
                  <a16:creationId xmlns:a16="http://schemas.microsoft.com/office/drawing/2014/main" id="{759D42DE-58EE-7648-28AE-7381DE2729E9}"/>
                </a:ext>
              </a:extLst>
            </p:cNvPr>
            <p:cNvPicPr>
              <a:picLocks noChangeAspect="1"/>
            </p:cNvPicPr>
            <p:nvPr/>
          </p:nvPicPr>
          <p:blipFill>
            <a:blip r:embed="rId3"/>
            <a:stretch>
              <a:fillRect/>
            </a:stretch>
          </p:blipFill>
          <p:spPr>
            <a:xfrm>
              <a:off x="4542380" y="4433904"/>
              <a:ext cx="3246842" cy="2250919"/>
            </a:xfrm>
            <a:prstGeom prst="rect">
              <a:avLst/>
            </a:prstGeom>
          </p:spPr>
        </p:pic>
        <p:pic>
          <p:nvPicPr>
            <p:cNvPr id="10" name="그림 9">
              <a:extLst>
                <a:ext uri="{FF2B5EF4-FFF2-40B4-BE49-F238E27FC236}">
                  <a16:creationId xmlns:a16="http://schemas.microsoft.com/office/drawing/2014/main" id="{AF07FCC8-E1CC-8DE4-59A6-EC6E5009B154}"/>
                </a:ext>
              </a:extLst>
            </p:cNvPr>
            <p:cNvPicPr>
              <a:picLocks noChangeAspect="1"/>
            </p:cNvPicPr>
            <p:nvPr/>
          </p:nvPicPr>
          <p:blipFill>
            <a:blip r:embed="rId4"/>
            <a:stretch>
              <a:fillRect/>
            </a:stretch>
          </p:blipFill>
          <p:spPr>
            <a:xfrm>
              <a:off x="4483631" y="998814"/>
              <a:ext cx="3710345" cy="2272200"/>
            </a:xfrm>
            <a:prstGeom prst="rect">
              <a:avLst/>
            </a:prstGeom>
          </p:spPr>
        </p:pic>
        <p:pic>
          <p:nvPicPr>
            <p:cNvPr id="11" name="그림 10">
              <a:extLst>
                <a:ext uri="{FF2B5EF4-FFF2-40B4-BE49-F238E27FC236}">
                  <a16:creationId xmlns:a16="http://schemas.microsoft.com/office/drawing/2014/main" id="{1E5A8DFA-1112-EA16-7F02-72751B728769}"/>
                </a:ext>
              </a:extLst>
            </p:cNvPr>
            <p:cNvPicPr>
              <a:picLocks noChangeAspect="1"/>
            </p:cNvPicPr>
            <p:nvPr/>
          </p:nvPicPr>
          <p:blipFill>
            <a:blip r:embed="rId5"/>
            <a:stretch>
              <a:fillRect/>
            </a:stretch>
          </p:blipFill>
          <p:spPr>
            <a:xfrm>
              <a:off x="9500914" y="1029493"/>
              <a:ext cx="3010188" cy="2227611"/>
            </a:xfrm>
            <a:prstGeom prst="rect">
              <a:avLst/>
            </a:prstGeom>
          </p:spPr>
        </p:pic>
        <p:pic>
          <p:nvPicPr>
            <p:cNvPr id="12" name="그림 11">
              <a:extLst>
                <a:ext uri="{FF2B5EF4-FFF2-40B4-BE49-F238E27FC236}">
                  <a16:creationId xmlns:a16="http://schemas.microsoft.com/office/drawing/2014/main" id="{6C3FCFA8-1363-A7B3-17F4-B8751190C2C9}"/>
                </a:ext>
              </a:extLst>
            </p:cNvPr>
            <p:cNvPicPr>
              <a:picLocks noChangeAspect="1"/>
            </p:cNvPicPr>
            <p:nvPr/>
          </p:nvPicPr>
          <p:blipFill>
            <a:blip r:embed="rId6"/>
            <a:stretch>
              <a:fillRect/>
            </a:stretch>
          </p:blipFill>
          <p:spPr>
            <a:xfrm>
              <a:off x="9095612" y="4546657"/>
              <a:ext cx="3508536" cy="2138166"/>
            </a:xfrm>
            <a:prstGeom prst="rect">
              <a:avLst/>
            </a:prstGeom>
          </p:spPr>
        </p:pic>
        <p:pic>
          <p:nvPicPr>
            <p:cNvPr id="13" name="그림 12">
              <a:extLst>
                <a:ext uri="{FF2B5EF4-FFF2-40B4-BE49-F238E27FC236}">
                  <a16:creationId xmlns:a16="http://schemas.microsoft.com/office/drawing/2014/main" id="{46F6329B-B988-FEAE-FD1F-5971FA003B63}"/>
                </a:ext>
              </a:extLst>
            </p:cNvPr>
            <p:cNvPicPr>
              <a:picLocks noChangeAspect="1"/>
            </p:cNvPicPr>
            <p:nvPr/>
          </p:nvPicPr>
          <p:blipFill>
            <a:blip r:embed="rId7"/>
            <a:stretch>
              <a:fillRect/>
            </a:stretch>
          </p:blipFill>
          <p:spPr>
            <a:xfrm>
              <a:off x="-275082" y="4562725"/>
              <a:ext cx="3518793" cy="2138166"/>
            </a:xfrm>
            <a:prstGeom prst="rect">
              <a:avLst/>
            </a:prstGeom>
          </p:spPr>
        </p:pic>
      </p:grpSp>
    </p:spTree>
    <p:extLst>
      <p:ext uri="{BB962C8B-B14F-4D97-AF65-F5344CB8AC3E}">
        <p14:creationId xmlns:p14="http://schemas.microsoft.com/office/powerpoint/2010/main" val="3952977593"/>
      </p:ext>
    </p:extLst>
  </p:cSld>
  <p:clrMapOvr>
    <a:masterClrMapping/>
  </p:clrMapOvr>
  <p:transition>
    <p:diamon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E69887B-A197-4EDE-3110-89FF5D75952D}"/>
              </a:ext>
            </a:extLst>
          </p:cNvPr>
          <p:cNvSpPr>
            <a:spLocks noGrp="1"/>
          </p:cNvSpPr>
          <p:nvPr>
            <p:ph type="title"/>
          </p:nvPr>
        </p:nvSpPr>
        <p:spPr/>
        <p:txBody>
          <a:bodyPr/>
          <a:lstStyle/>
          <a:p>
            <a:r>
              <a:rPr lang="en-US" altLang="ko-KR" dirty="0"/>
              <a:t>OpenCV</a:t>
            </a:r>
            <a:r>
              <a:rPr lang="ko-KR" altLang="en-US" dirty="0"/>
              <a:t>로 할 수 있는 일</a:t>
            </a:r>
          </a:p>
        </p:txBody>
      </p:sp>
      <p:sp>
        <p:nvSpPr>
          <p:cNvPr id="4" name="슬라이드 번호 개체 틀 3">
            <a:extLst>
              <a:ext uri="{FF2B5EF4-FFF2-40B4-BE49-F238E27FC236}">
                <a16:creationId xmlns:a16="http://schemas.microsoft.com/office/drawing/2014/main" id="{7E957CBD-7442-F68B-AD09-F82D8BBB6CC0}"/>
              </a:ext>
            </a:extLst>
          </p:cNvPr>
          <p:cNvSpPr>
            <a:spLocks noGrp="1"/>
          </p:cNvSpPr>
          <p:nvPr>
            <p:ph type="sldNum" sz="quarter" idx="10"/>
          </p:nvPr>
        </p:nvSpPr>
        <p:spPr/>
        <p:txBody>
          <a:bodyPr/>
          <a:lstStyle/>
          <a:p>
            <a:fld id="{0662DF40-CD95-4196-B16C-EF23877BEF64}" type="slidenum">
              <a:rPr lang="en-US" altLang="ko-KR" smtClean="0"/>
              <a:pPr/>
              <a:t>11</a:t>
            </a:fld>
            <a:endParaRPr lang="en-US" altLang="ko-KR"/>
          </a:p>
        </p:txBody>
      </p:sp>
      <p:pic>
        <p:nvPicPr>
          <p:cNvPr id="9" name="그림 8">
            <a:extLst>
              <a:ext uri="{FF2B5EF4-FFF2-40B4-BE49-F238E27FC236}">
                <a16:creationId xmlns:a16="http://schemas.microsoft.com/office/drawing/2014/main" id="{0EC15456-2C7F-2BEC-262A-9B78F986A53A}"/>
              </a:ext>
            </a:extLst>
          </p:cNvPr>
          <p:cNvPicPr>
            <a:picLocks noChangeAspect="1"/>
          </p:cNvPicPr>
          <p:nvPr/>
        </p:nvPicPr>
        <p:blipFill>
          <a:blip r:embed="rId2"/>
          <a:stretch>
            <a:fillRect/>
          </a:stretch>
        </p:blipFill>
        <p:spPr>
          <a:xfrm>
            <a:off x="251520" y="1269082"/>
            <a:ext cx="4094751" cy="2088232"/>
          </a:xfrm>
          <a:prstGeom prst="rect">
            <a:avLst/>
          </a:prstGeom>
        </p:spPr>
      </p:pic>
      <p:pic>
        <p:nvPicPr>
          <p:cNvPr id="13" name="그림 12">
            <a:extLst>
              <a:ext uri="{FF2B5EF4-FFF2-40B4-BE49-F238E27FC236}">
                <a16:creationId xmlns:a16="http://schemas.microsoft.com/office/drawing/2014/main" id="{5DAA15C5-4F14-DBDD-0F67-8AD0A9CDDDBD}"/>
              </a:ext>
            </a:extLst>
          </p:cNvPr>
          <p:cNvPicPr>
            <a:picLocks noChangeAspect="1"/>
          </p:cNvPicPr>
          <p:nvPr/>
        </p:nvPicPr>
        <p:blipFill>
          <a:blip r:embed="rId3"/>
          <a:stretch>
            <a:fillRect/>
          </a:stretch>
        </p:blipFill>
        <p:spPr>
          <a:xfrm>
            <a:off x="4966756" y="1157118"/>
            <a:ext cx="3824150" cy="2200196"/>
          </a:xfrm>
          <a:prstGeom prst="rect">
            <a:avLst/>
          </a:prstGeom>
        </p:spPr>
      </p:pic>
      <p:pic>
        <p:nvPicPr>
          <p:cNvPr id="14" name="그림 13">
            <a:extLst>
              <a:ext uri="{FF2B5EF4-FFF2-40B4-BE49-F238E27FC236}">
                <a16:creationId xmlns:a16="http://schemas.microsoft.com/office/drawing/2014/main" id="{4B7C4585-A1CE-2714-F6C1-3C1DFEE47E62}"/>
              </a:ext>
            </a:extLst>
          </p:cNvPr>
          <p:cNvPicPr>
            <a:picLocks noChangeAspect="1"/>
          </p:cNvPicPr>
          <p:nvPr/>
        </p:nvPicPr>
        <p:blipFill>
          <a:blip r:embed="rId4"/>
          <a:stretch>
            <a:fillRect/>
          </a:stretch>
        </p:blipFill>
        <p:spPr>
          <a:xfrm>
            <a:off x="6370802" y="4580792"/>
            <a:ext cx="2430298" cy="1199864"/>
          </a:xfrm>
          <a:prstGeom prst="rect">
            <a:avLst/>
          </a:prstGeom>
        </p:spPr>
      </p:pic>
      <p:pic>
        <p:nvPicPr>
          <p:cNvPr id="15" name="그림 14">
            <a:extLst>
              <a:ext uri="{FF2B5EF4-FFF2-40B4-BE49-F238E27FC236}">
                <a16:creationId xmlns:a16="http://schemas.microsoft.com/office/drawing/2014/main" id="{FB22957E-D862-6E4B-FC35-F11C3AB8C79B}"/>
              </a:ext>
            </a:extLst>
          </p:cNvPr>
          <p:cNvPicPr>
            <a:picLocks noChangeAspect="1"/>
          </p:cNvPicPr>
          <p:nvPr/>
        </p:nvPicPr>
        <p:blipFill>
          <a:blip r:embed="rId5"/>
          <a:stretch>
            <a:fillRect/>
          </a:stretch>
        </p:blipFill>
        <p:spPr>
          <a:xfrm>
            <a:off x="3353433" y="4580792"/>
            <a:ext cx="2430298" cy="1213365"/>
          </a:xfrm>
          <a:prstGeom prst="rect">
            <a:avLst/>
          </a:prstGeom>
        </p:spPr>
      </p:pic>
      <p:pic>
        <p:nvPicPr>
          <p:cNvPr id="16" name="그림 15">
            <a:extLst>
              <a:ext uri="{FF2B5EF4-FFF2-40B4-BE49-F238E27FC236}">
                <a16:creationId xmlns:a16="http://schemas.microsoft.com/office/drawing/2014/main" id="{7A55F0AA-6921-B03F-7636-440D4E156967}"/>
              </a:ext>
            </a:extLst>
          </p:cNvPr>
          <p:cNvPicPr>
            <a:picLocks noChangeAspect="1"/>
          </p:cNvPicPr>
          <p:nvPr/>
        </p:nvPicPr>
        <p:blipFill>
          <a:blip r:embed="rId6"/>
          <a:stretch>
            <a:fillRect/>
          </a:stretch>
        </p:blipFill>
        <p:spPr>
          <a:xfrm>
            <a:off x="251520" y="4540606"/>
            <a:ext cx="2501855" cy="1240050"/>
          </a:xfrm>
          <a:prstGeom prst="rect">
            <a:avLst/>
          </a:prstGeom>
        </p:spPr>
      </p:pic>
    </p:spTree>
    <p:extLst>
      <p:ext uri="{BB962C8B-B14F-4D97-AF65-F5344CB8AC3E}">
        <p14:creationId xmlns:p14="http://schemas.microsoft.com/office/powerpoint/2010/main" val="1799456049"/>
      </p:ext>
    </p:extLst>
  </p:cSld>
  <p:clrMapOvr>
    <a:masterClrMapping/>
  </p:clrMapOvr>
  <p:transition>
    <p:diamon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E69887B-A197-4EDE-3110-89FF5D75952D}"/>
              </a:ext>
            </a:extLst>
          </p:cNvPr>
          <p:cNvSpPr>
            <a:spLocks noGrp="1"/>
          </p:cNvSpPr>
          <p:nvPr>
            <p:ph type="title"/>
          </p:nvPr>
        </p:nvSpPr>
        <p:spPr/>
        <p:txBody>
          <a:bodyPr/>
          <a:lstStyle/>
          <a:p>
            <a:r>
              <a:rPr lang="en-US" altLang="ko-KR" dirty="0"/>
              <a:t>OpenCV</a:t>
            </a:r>
            <a:r>
              <a:rPr lang="ko-KR" altLang="en-US" dirty="0"/>
              <a:t>로 할 수 있는 일</a:t>
            </a:r>
          </a:p>
        </p:txBody>
      </p:sp>
      <p:sp>
        <p:nvSpPr>
          <p:cNvPr id="4" name="슬라이드 번호 개체 틀 3">
            <a:extLst>
              <a:ext uri="{FF2B5EF4-FFF2-40B4-BE49-F238E27FC236}">
                <a16:creationId xmlns:a16="http://schemas.microsoft.com/office/drawing/2014/main" id="{7E957CBD-7442-F68B-AD09-F82D8BBB6CC0}"/>
              </a:ext>
            </a:extLst>
          </p:cNvPr>
          <p:cNvSpPr>
            <a:spLocks noGrp="1"/>
          </p:cNvSpPr>
          <p:nvPr>
            <p:ph type="sldNum" sz="quarter" idx="10"/>
          </p:nvPr>
        </p:nvSpPr>
        <p:spPr/>
        <p:txBody>
          <a:bodyPr/>
          <a:lstStyle/>
          <a:p>
            <a:fld id="{0662DF40-CD95-4196-B16C-EF23877BEF64}" type="slidenum">
              <a:rPr lang="en-US" altLang="ko-KR" smtClean="0"/>
              <a:pPr/>
              <a:t>12</a:t>
            </a:fld>
            <a:endParaRPr lang="en-US" altLang="ko-KR"/>
          </a:p>
        </p:txBody>
      </p:sp>
      <p:pic>
        <p:nvPicPr>
          <p:cNvPr id="17" name="그림 16">
            <a:extLst>
              <a:ext uri="{FF2B5EF4-FFF2-40B4-BE49-F238E27FC236}">
                <a16:creationId xmlns:a16="http://schemas.microsoft.com/office/drawing/2014/main" id="{85D51436-EE8B-DC40-B1BA-F99570876AED}"/>
              </a:ext>
            </a:extLst>
          </p:cNvPr>
          <p:cNvPicPr>
            <a:picLocks noChangeAspect="1"/>
          </p:cNvPicPr>
          <p:nvPr/>
        </p:nvPicPr>
        <p:blipFill>
          <a:blip r:embed="rId2"/>
          <a:stretch>
            <a:fillRect/>
          </a:stretch>
        </p:blipFill>
        <p:spPr>
          <a:xfrm>
            <a:off x="395536" y="1427974"/>
            <a:ext cx="2448272" cy="3553063"/>
          </a:xfrm>
          <a:prstGeom prst="rect">
            <a:avLst/>
          </a:prstGeom>
          <a:ln>
            <a:solidFill>
              <a:schemeClr val="tx1">
                <a:lumMod val="50000"/>
                <a:lumOff val="50000"/>
              </a:schemeClr>
            </a:solidFill>
          </a:ln>
        </p:spPr>
      </p:pic>
      <p:pic>
        <p:nvPicPr>
          <p:cNvPr id="19" name="그림 18">
            <a:extLst>
              <a:ext uri="{FF2B5EF4-FFF2-40B4-BE49-F238E27FC236}">
                <a16:creationId xmlns:a16="http://schemas.microsoft.com/office/drawing/2014/main" id="{FBAFFD56-019B-CF2A-F84B-DB27BA0A07CB}"/>
              </a:ext>
            </a:extLst>
          </p:cNvPr>
          <p:cNvPicPr>
            <a:picLocks noChangeAspect="1"/>
          </p:cNvPicPr>
          <p:nvPr/>
        </p:nvPicPr>
        <p:blipFill>
          <a:blip r:embed="rId3"/>
          <a:stretch>
            <a:fillRect/>
          </a:stretch>
        </p:blipFill>
        <p:spPr>
          <a:xfrm>
            <a:off x="3203848" y="1391063"/>
            <a:ext cx="5659174" cy="3577639"/>
          </a:xfrm>
          <a:prstGeom prst="rect">
            <a:avLst/>
          </a:prstGeom>
          <a:ln>
            <a:solidFill>
              <a:schemeClr val="tx1">
                <a:lumMod val="50000"/>
                <a:lumOff val="50000"/>
              </a:schemeClr>
            </a:solidFill>
          </a:ln>
        </p:spPr>
      </p:pic>
    </p:spTree>
    <p:extLst>
      <p:ext uri="{BB962C8B-B14F-4D97-AF65-F5344CB8AC3E}">
        <p14:creationId xmlns:p14="http://schemas.microsoft.com/office/powerpoint/2010/main" val="3440649009"/>
      </p:ext>
    </p:extLst>
  </p:cSld>
  <p:clrMapOvr>
    <a:masterClrMapping/>
  </p:clrMapOvr>
  <p:transition>
    <p:diamon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0CED284-D795-AAD8-FA67-0D6D97017F0C}"/>
              </a:ext>
            </a:extLst>
          </p:cNvPr>
          <p:cNvSpPr>
            <a:spLocks noGrp="1"/>
          </p:cNvSpPr>
          <p:nvPr>
            <p:ph type="title"/>
          </p:nvPr>
        </p:nvSpPr>
        <p:spPr/>
        <p:txBody>
          <a:bodyPr/>
          <a:lstStyle/>
          <a:p>
            <a:r>
              <a:rPr lang="ko-KR" altLang="en-US" dirty="0"/>
              <a:t>실습을 위한 사진 및 영상 다운로드</a:t>
            </a:r>
          </a:p>
        </p:txBody>
      </p:sp>
      <p:sp>
        <p:nvSpPr>
          <p:cNvPr id="3" name="내용 개체 틀 2">
            <a:extLst>
              <a:ext uri="{FF2B5EF4-FFF2-40B4-BE49-F238E27FC236}">
                <a16:creationId xmlns:a16="http://schemas.microsoft.com/office/drawing/2014/main" id="{9B3B0359-FBFB-FFC6-CD25-01BFFD9EE330}"/>
              </a:ext>
            </a:extLst>
          </p:cNvPr>
          <p:cNvSpPr>
            <a:spLocks noGrp="1"/>
          </p:cNvSpPr>
          <p:nvPr>
            <p:ph idx="1"/>
          </p:nvPr>
        </p:nvSpPr>
        <p:spPr/>
        <p:txBody>
          <a:bodyPr/>
          <a:lstStyle/>
          <a:p>
            <a:r>
              <a:rPr lang="en-US" altLang="ko-KR" dirty="0"/>
              <a:t>[</a:t>
            </a:r>
            <a:r>
              <a:rPr lang="ko-KR" altLang="en-US" dirty="0" err="1"/>
              <a:t>라즈베리파이</a:t>
            </a:r>
            <a:r>
              <a:rPr lang="en-US" altLang="ko-KR" dirty="0"/>
              <a:t>] </a:t>
            </a:r>
            <a:r>
              <a:rPr lang="ko-KR" altLang="en-US" dirty="0"/>
              <a:t>구글에서 </a:t>
            </a:r>
            <a:r>
              <a:rPr lang="en-US" altLang="ko-KR" dirty="0" err="1"/>
              <a:t>pexels</a:t>
            </a:r>
            <a:r>
              <a:rPr lang="en-US" altLang="ko-KR" dirty="0"/>
              <a:t> </a:t>
            </a:r>
            <a:r>
              <a:rPr lang="ko-KR" altLang="en-US" dirty="0"/>
              <a:t>검색</a:t>
            </a:r>
            <a:r>
              <a:rPr lang="en-US" altLang="ko-KR" dirty="0"/>
              <a:t> </a:t>
            </a:r>
            <a:endParaRPr lang="ko-KR" altLang="en-US" dirty="0"/>
          </a:p>
        </p:txBody>
      </p:sp>
      <p:sp>
        <p:nvSpPr>
          <p:cNvPr id="4" name="슬라이드 번호 개체 틀 3">
            <a:extLst>
              <a:ext uri="{FF2B5EF4-FFF2-40B4-BE49-F238E27FC236}">
                <a16:creationId xmlns:a16="http://schemas.microsoft.com/office/drawing/2014/main" id="{D50D40A4-235F-9E00-CF69-AE742D96A590}"/>
              </a:ext>
            </a:extLst>
          </p:cNvPr>
          <p:cNvSpPr>
            <a:spLocks noGrp="1"/>
          </p:cNvSpPr>
          <p:nvPr>
            <p:ph type="sldNum" sz="quarter" idx="10"/>
          </p:nvPr>
        </p:nvSpPr>
        <p:spPr/>
        <p:txBody>
          <a:bodyPr/>
          <a:lstStyle/>
          <a:p>
            <a:fld id="{0662DF40-CD95-4196-B16C-EF23877BEF64}" type="slidenum">
              <a:rPr lang="en-US" altLang="ko-KR" smtClean="0"/>
              <a:pPr/>
              <a:t>13</a:t>
            </a:fld>
            <a:endParaRPr lang="en-US" altLang="ko-KR"/>
          </a:p>
        </p:txBody>
      </p:sp>
      <p:pic>
        <p:nvPicPr>
          <p:cNvPr id="7" name="그림 6">
            <a:extLst>
              <a:ext uri="{FF2B5EF4-FFF2-40B4-BE49-F238E27FC236}">
                <a16:creationId xmlns:a16="http://schemas.microsoft.com/office/drawing/2014/main" id="{E8C5869D-D9D2-D748-D3BD-A195CD5BBE91}"/>
              </a:ext>
            </a:extLst>
          </p:cNvPr>
          <p:cNvPicPr>
            <a:picLocks noChangeAspect="1"/>
          </p:cNvPicPr>
          <p:nvPr/>
        </p:nvPicPr>
        <p:blipFill>
          <a:blip r:embed="rId2"/>
          <a:stretch>
            <a:fillRect/>
          </a:stretch>
        </p:blipFill>
        <p:spPr>
          <a:xfrm>
            <a:off x="683568" y="1700808"/>
            <a:ext cx="7776864" cy="4423130"/>
          </a:xfrm>
          <a:prstGeom prst="rect">
            <a:avLst/>
          </a:prstGeom>
          <a:ln>
            <a:solidFill>
              <a:schemeClr val="tx1">
                <a:lumMod val="50000"/>
                <a:lumOff val="50000"/>
              </a:schemeClr>
            </a:solidFill>
          </a:ln>
        </p:spPr>
      </p:pic>
    </p:spTree>
    <p:extLst>
      <p:ext uri="{BB962C8B-B14F-4D97-AF65-F5344CB8AC3E}">
        <p14:creationId xmlns:p14="http://schemas.microsoft.com/office/powerpoint/2010/main" val="3158105215"/>
      </p:ext>
    </p:extLst>
  </p:cSld>
  <p:clrMapOvr>
    <a:masterClrMapping/>
  </p:clrMapOvr>
  <p:transition>
    <p:diamon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0CED284-D795-AAD8-FA67-0D6D97017F0C}"/>
              </a:ext>
            </a:extLst>
          </p:cNvPr>
          <p:cNvSpPr>
            <a:spLocks noGrp="1"/>
          </p:cNvSpPr>
          <p:nvPr>
            <p:ph type="title"/>
          </p:nvPr>
        </p:nvSpPr>
        <p:spPr/>
        <p:txBody>
          <a:bodyPr/>
          <a:lstStyle/>
          <a:p>
            <a:r>
              <a:rPr lang="ko-KR" altLang="en-US" dirty="0"/>
              <a:t>실습을 위한 사진 및 영상 다운로드</a:t>
            </a:r>
          </a:p>
        </p:txBody>
      </p:sp>
      <p:sp>
        <p:nvSpPr>
          <p:cNvPr id="3" name="내용 개체 틀 2">
            <a:extLst>
              <a:ext uri="{FF2B5EF4-FFF2-40B4-BE49-F238E27FC236}">
                <a16:creationId xmlns:a16="http://schemas.microsoft.com/office/drawing/2014/main" id="{9B3B0359-FBFB-FFC6-CD25-01BFFD9EE330}"/>
              </a:ext>
            </a:extLst>
          </p:cNvPr>
          <p:cNvSpPr>
            <a:spLocks noGrp="1"/>
          </p:cNvSpPr>
          <p:nvPr>
            <p:ph idx="1"/>
          </p:nvPr>
        </p:nvSpPr>
        <p:spPr/>
        <p:txBody>
          <a:bodyPr/>
          <a:lstStyle/>
          <a:p>
            <a:r>
              <a:rPr lang="en-US" altLang="ko-KR" dirty="0"/>
              <a:t>[</a:t>
            </a:r>
            <a:r>
              <a:rPr lang="ko-KR" altLang="en-US" dirty="0" err="1"/>
              <a:t>라즈베리파이</a:t>
            </a:r>
            <a:r>
              <a:rPr lang="en-US" altLang="ko-KR" dirty="0"/>
              <a:t>] </a:t>
            </a:r>
            <a:r>
              <a:rPr lang="ko-KR" altLang="en-US" dirty="0"/>
              <a:t>사진 및 영상 다운로드</a:t>
            </a:r>
            <a:endParaRPr lang="en-US" altLang="ko-KR" dirty="0"/>
          </a:p>
          <a:p>
            <a:pPr lvl="1"/>
            <a:r>
              <a:rPr lang="en-US" altLang="ko-KR" dirty="0"/>
              <a:t>pixels </a:t>
            </a:r>
            <a:r>
              <a:rPr lang="ko-KR" altLang="en-US" dirty="0"/>
              <a:t>사이트에서 </a:t>
            </a:r>
            <a:r>
              <a:rPr lang="en-US" altLang="ko-KR" dirty="0"/>
              <a:t>“cat”</a:t>
            </a:r>
            <a:r>
              <a:rPr lang="ko-KR" altLang="en-US" dirty="0"/>
              <a:t>를 키워드로 검색</a:t>
            </a:r>
            <a:r>
              <a:rPr lang="en-US" altLang="ko-KR" dirty="0"/>
              <a:t>, </a:t>
            </a:r>
            <a:r>
              <a:rPr lang="ko-KR" altLang="en-US" dirty="0"/>
              <a:t>사진과 영상 각 </a:t>
            </a:r>
            <a:r>
              <a:rPr lang="en-US" altLang="ko-KR" dirty="0"/>
              <a:t>1</a:t>
            </a:r>
            <a:r>
              <a:rPr lang="ko-KR" altLang="en-US" dirty="0"/>
              <a:t>개 다운로드하여</a:t>
            </a:r>
            <a:r>
              <a:rPr lang="en-US" altLang="ko-KR" dirty="0"/>
              <a:t> ch0</a:t>
            </a:r>
            <a:r>
              <a:rPr lang="ko-KR" altLang="en-US" dirty="0"/>
              <a:t>８에 저장</a:t>
            </a:r>
            <a:endParaRPr lang="en-US" altLang="ko-KR" dirty="0"/>
          </a:p>
          <a:p>
            <a:pPr lvl="1"/>
            <a:r>
              <a:rPr lang="ko-KR" altLang="en-US" dirty="0"/>
              <a:t>편의상 파일 이름을 </a:t>
            </a:r>
            <a:r>
              <a:rPr lang="en-US" altLang="ko-KR" dirty="0"/>
              <a:t>“cat.jpg”, “cat.mp4”</a:t>
            </a:r>
            <a:r>
              <a:rPr lang="ko-KR" altLang="en-US" dirty="0"/>
              <a:t>로 변경하고</a:t>
            </a:r>
            <a:r>
              <a:rPr lang="en-US" altLang="ko-KR" dirty="0"/>
              <a:t>, </a:t>
            </a:r>
            <a:r>
              <a:rPr lang="ko-KR" altLang="en-US" dirty="0"/>
              <a:t>폴더에</a:t>
            </a:r>
            <a:r>
              <a:rPr lang="en-US" altLang="ko-KR" dirty="0"/>
              <a:t> </a:t>
            </a:r>
            <a:r>
              <a:rPr lang="ko-KR" altLang="en-US" dirty="0"/>
              <a:t>저장</a:t>
            </a:r>
            <a:r>
              <a:rPr lang="en-US" altLang="ko-KR" dirty="0"/>
              <a:t> </a:t>
            </a:r>
          </a:p>
          <a:p>
            <a:pPr lvl="2"/>
            <a:r>
              <a:rPr lang="ko-KR" altLang="en-US" dirty="0"/>
              <a:t>제공한 파일 이용</a:t>
            </a:r>
          </a:p>
        </p:txBody>
      </p:sp>
      <p:sp>
        <p:nvSpPr>
          <p:cNvPr id="4" name="슬라이드 번호 개체 틀 3">
            <a:extLst>
              <a:ext uri="{FF2B5EF4-FFF2-40B4-BE49-F238E27FC236}">
                <a16:creationId xmlns:a16="http://schemas.microsoft.com/office/drawing/2014/main" id="{D50D40A4-235F-9E00-CF69-AE742D96A590}"/>
              </a:ext>
            </a:extLst>
          </p:cNvPr>
          <p:cNvSpPr>
            <a:spLocks noGrp="1"/>
          </p:cNvSpPr>
          <p:nvPr>
            <p:ph type="sldNum" sz="quarter" idx="10"/>
          </p:nvPr>
        </p:nvSpPr>
        <p:spPr/>
        <p:txBody>
          <a:bodyPr/>
          <a:lstStyle/>
          <a:p>
            <a:fld id="{0662DF40-CD95-4196-B16C-EF23877BEF64}" type="slidenum">
              <a:rPr lang="en-US" altLang="ko-KR" smtClean="0"/>
              <a:pPr/>
              <a:t>14</a:t>
            </a:fld>
            <a:endParaRPr lang="en-US" altLang="ko-KR"/>
          </a:p>
        </p:txBody>
      </p:sp>
      <p:pic>
        <p:nvPicPr>
          <p:cNvPr id="6" name="그림 5">
            <a:extLst>
              <a:ext uri="{FF2B5EF4-FFF2-40B4-BE49-F238E27FC236}">
                <a16:creationId xmlns:a16="http://schemas.microsoft.com/office/drawing/2014/main" id="{71FBEEBF-5134-AA35-EEFA-0B4C7F49F54D}"/>
              </a:ext>
            </a:extLst>
          </p:cNvPr>
          <p:cNvPicPr>
            <a:picLocks noChangeAspect="1"/>
          </p:cNvPicPr>
          <p:nvPr/>
        </p:nvPicPr>
        <p:blipFill rotWithShape="1">
          <a:blip r:embed="rId2"/>
          <a:srcRect b="636"/>
          <a:stretch/>
        </p:blipFill>
        <p:spPr>
          <a:xfrm>
            <a:off x="2035728" y="3458716"/>
            <a:ext cx="5094768" cy="2918320"/>
          </a:xfrm>
          <a:prstGeom prst="rect">
            <a:avLst/>
          </a:prstGeom>
          <a:ln>
            <a:solidFill>
              <a:schemeClr val="tx1">
                <a:lumMod val="50000"/>
                <a:lumOff val="50000"/>
              </a:schemeClr>
            </a:solidFill>
          </a:ln>
        </p:spPr>
      </p:pic>
      <p:sp>
        <p:nvSpPr>
          <p:cNvPr id="8" name="직사각형 7">
            <a:extLst>
              <a:ext uri="{FF2B5EF4-FFF2-40B4-BE49-F238E27FC236}">
                <a16:creationId xmlns:a16="http://schemas.microsoft.com/office/drawing/2014/main" id="{2D086D6A-CA44-8BC0-E3C8-17AB424938FB}"/>
              </a:ext>
            </a:extLst>
          </p:cNvPr>
          <p:cNvSpPr/>
          <p:nvPr/>
        </p:nvSpPr>
        <p:spPr>
          <a:xfrm>
            <a:off x="4139952" y="4005065"/>
            <a:ext cx="2232248" cy="1152128"/>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473798565"/>
      </p:ext>
    </p:extLst>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제목 1"/>
          <p:cNvSpPr>
            <a:spLocks noGrp="1"/>
          </p:cNvSpPr>
          <p:nvPr>
            <p:ph type="title"/>
          </p:nvPr>
        </p:nvSpPr>
        <p:spPr/>
        <p:txBody>
          <a:bodyPr/>
          <a:lstStyle/>
          <a:p>
            <a:r>
              <a:rPr lang="en-US" altLang="ko-KR" dirty="0" err="1"/>
              <a:t>OpenCV</a:t>
            </a:r>
            <a:endParaRPr lang="ko-KR" altLang="en-US" dirty="0"/>
          </a:p>
        </p:txBody>
      </p:sp>
      <p:sp>
        <p:nvSpPr>
          <p:cNvPr id="9219" name="슬라이드 번호 개체 틀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1600">
                <a:solidFill>
                  <a:schemeClr val="tx1"/>
                </a:solidFill>
                <a:latin typeface="HY견고딕" panose="02030600000101010101" pitchFamily="18" charset="-127"/>
                <a:ea typeface="HY견고딕" panose="02030600000101010101" pitchFamily="18" charset="-127"/>
              </a:defRPr>
            </a:lvl1pPr>
            <a:lvl2pPr marL="742950" indent="-285750" eaLnBrk="0" hangingPunct="0">
              <a:defRPr kumimoji="1" sz="1600">
                <a:solidFill>
                  <a:schemeClr val="tx1"/>
                </a:solidFill>
                <a:latin typeface="HY견고딕" panose="02030600000101010101" pitchFamily="18" charset="-127"/>
                <a:ea typeface="HY견고딕" panose="02030600000101010101" pitchFamily="18" charset="-127"/>
              </a:defRPr>
            </a:lvl2pPr>
            <a:lvl3pPr marL="1143000" indent="-228600" eaLnBrk="0" hangingPunct="0">
              <a:defRPr kumimoji="1" sz="1600">
                <a:solidFill>
                  <a:schemeClr val="tx1"/>
                </a:solidFill>
                <a:latin typeface="HY견고딕" panose="02030600000101010101" pitchFamily="18" charset="-127"/>
                <a:ea typeface="HY견고딕" panose="02030600000101010101" pitchFamily="18" charset="-127"/>
              </a:defRPr>
            </a:lvl3pPr>
            <a:lvl4pPr marL="1600200" indent="-228600" eaLnBrk="0" hangingPunct="0">
              <a:defRPr kumimoji="1" sz="1600">
                <a:solidFill>
                  <a:schemeClr val="tx1"/>
                </a:solidFill>
                <a:latin typeface="HY견고딕" panose="02030600000101010101" pitchFamily="18" charset="-127"/>
                <a:ea typeface="HY견고딕" panose="02030600000101010101" pitchFamily="18" charset="-127"/>
              </a:defRPr>
            </a:lvl4pPr>
            <a:lvl5pPr marL="2057400" indent="-228600" eaLnBrk="0" hangingPunct="0">
              <a:defRPr kumimoji="1" sz="1600">
                <a:solidFill>
                  <a:schemeClr val="tx1"/>
                </a:solidFill>
                <a:latin typeface="HY견고딕" panose="02030600000101010101" pitchFamily="18" charset="-127"/>
                <a:ea typeface="HY견고딕" panose="02030600000101010101" pitchFamily="18" charset="-127"/>
              </a:defRPr>
            </a:lvl5pPr>
            <a:lvl6pPr marL="2514600" indent="-228600" eaLnBrk="0" fontAlgn="base" hangingPunct="0">
              <a:spcBef>
                <a:spcPct val="0"/>
              </a:spcBef>
              <a:spcAft>
                <a:spcPct val="0"/>
              </a:spcAft>
              <a:defRPr kumimoji="1" sz="1600">
                <a:solidFill>
                  <a:schemeClr val="tx1"/>
                </a:solidFill>
                <a:latin typeface="HY견고딕" panose="02030600000101010101" pitchFamily="18" charset="-127"/>
                <a:ea typeface="HY견고딕" panose="02030600000101010101" pitchFamily="18" charset="-127"/>
              </a:defRPr>
            </a:lvl6pPr>
            <a:lvl7pPr marL="2971800" indent="-228600" eaLnBrk="0" fontAlgn="base" hangingPunct="0">
              <a:spcBef>
                <a:spcPct val="0"/>
              </a:spcBef>
              <a:spcAft>
                <a:spcPct val="0"/>
              </a:spcAft>
              <a:defRPr kumimoji="1" sz="1600">
                <a:solidFill>
                  <a:schemeClr val="tx1"/>
                </a:solidFill>
                <a:latin typeface="HY견고딕" panose="02030600000101010101" pitchFamily="18" charset="-127"/>
                <a:ea typeface="HY견고딕" panose="02030600000101010101" pitchFamily="18" charset="-127"/>
              </a:defRPr>
            </a:lvl7pPr>
            <a:lvl8pPr marL="3429000" indent="-228600" eaLnBrk="0" fontAlgn="base" hangingPunct="0">
              <a:spcBef>
                <a:spcPct val="0"/>
              </a:spcBef>
              <a:spcAft>
                <a:spcPct val="0"/>
              </a:spcAft>
              <a:defRPr kumimoji="1" sz="1600">
                <a:solidFill>
                  <a:schemeClr val="tx1"/>
                </a:solidFill>
                <a:latin typeface="HY견고딕" panose="02030600000101010101" pitchFamily="18" charset="-127"/>
                <a:ea typeface="HY견고딕" panose="02030600000101010101" pitchFamily="18" charset="-127"/>
              </a:defRPr>
            </a:lvl8pPr>
            <a:lvl9pPr marL="3886200" indent="-228600" eaLnBrk="0" fontAlgn="base" hangingPunct="0">
              <a:spcBef>
                <a:spcPct val="0"/>
              </a:spcBef>
              <a:spcAft>
                <a:spcPct val="0"/>
              </a:spcAft>
              <a:defRPr kumimoji="1" sz="1600">
                <a:solidFill>
                  <a:schemeClr val="tx1"/>
                </a:solidFill>
                <a:latin typeface="HY견고딕" panose="02030600000101010101" pitchFamily="18" charset="-127"/>
                <a:ea typeface="HY견고딕" panose="02030600000101010101" pitchFamily="18" charset="-127"/>
              </a:defRPr>
            </a:lvl9pPr>
          </a:lstStyle>
          <a:p>
            <a:pPr eaLnBrk="1" hangingPunct="1"/>
            <a:fld id="{616E6C8A-84E0-4B82-8FE4-EFB84950B3CE}" type="slidenum">
              <a:rPr lang="en-US" altLang="ko-KR" sz="1000">
                <a:solidFill>
                  <a:srgbClr val="02B0AC"/>
                </a:solidFill>
                <a:latin typeface="휴먼엑스포" panose="02030504000101010101" pitchFamily="18" charset="-127"/>
                <a:ea typeface="휴먼엑스포" panose="02030504000101010101" pitchFamily="18" charset="-127"/>
              </a:rPr>
              <a:pPr eaLnBrk="1" hangingPunct="1"/>
              <a:t>15</a:t>
            </a:fld>
            <a:endParaRPr lang="en-US" altLang="ko-KR" sz="1000">
              <a:solidFill>
                <a:srgbClr val="02B0AC"/>
              </a:solidFill>
              <a:latin typeface="휴먼엑스포" panose="02030504000101010101" pitchFamily="18" charset="-127"/>
              <a:ea typeface="휴먼엑스포" panose="02030504000101010101" pitchFamily="18" charset="-127"/>
            </a:endParaRPr>
          </a:p>
        </p:txBody>
      </p:sp>
      <p:sp>
        <p:nvSpPr>
          <p:cNvPr id="46" name="내용 개체 틀 45"/>
          <p:cNvSpPr>
            <a:spLocks noGrp="1"/>
          </p:cNvSpPr>
          <p:nvPr>
            <p:ph idx="1"/>
          </p:nvPr>
        </p:nvSpPr>
        <p:spPr/>
        <p:txBody>
          <a:bodyPr/>
          <a:lstStyle/>
          <a:p>
            <a:pPr>
              <a:defRPr/>
            </a:pPr>
            <a:r>
              <a:rPr lang="en-US" altLang="ko-KR" dirty="0" err="1"/>
              <a:t>OpenCV</a:t>
            </a:r>
            <a:r>
              <a:rPr lang="en-US" altLang="ko-KR" dirty="0"/>
              <a:t> Release</a:t>
            </a:r>
            <a:r>
              <a:rPr lang="en-US" altLang="ko-KR" dirty="0">
                <a:sym typeface="Wingdings" panose="05000000000000000000" pitchFamily="2" charset="2"/>
              </a:rPr>
              <a:t> </a:t>
            </a:r>
            <a:r>
              <a:rPr lang="en-US" altLang="ko-KR" sz="2000" dirty="0">
                <a:sym typeface="Wingdings" panose="05000000000000000000" pitchFamily="2" charset="2"/>
              </a:rPr>
              <a:t>https://opencv.org/releases/</a:t>
            </a:r>
          </a:p>
          <a:p>
            <a:pPr lvl="1">
              <a:defRPr/>
            </a:pPr>
            <a:r>
              <a:rPr lang="ko-KR" altLang="en-US" dirty="0"/>
              <a:t>최신</a:t>
            </a:r>
            <a:r>
              <a:rPr lang="en-US" altLang="ko-KR" dirty="0"/>
              <a:t> : OpenCV</a:t>
            </a:r>
            <a:r>
              <a:rPr lang="ko-KR" altLang="en-US" dirty="0"/>
              <a:t> </a:t>
            </a:r>
            <a:r>
              <a:rPr lang="en-US" altLang="ko-KR" dirty="0"/>
              <a:t>4.8.0</a:t>
            </a:r>
          </a:p>
        </p:txBody>
      </p:sp>
      <p:pic>
        <p:nvPicPr>
          <p:cNvPr id="3" name="그림 2">
            <a:extLst>
              <a:ext uri="{FF2B5EF4-FFF2-40B4-BE49-F238E27FC236}">
                <a16:creationId xmlns:a16="http://schemas.microsoft.com/office/drawing/2014/main" id="{8AAB71D9-9D21-C12A-0116-D907F1EB9F81}"/>
              </a:ext>
            </a:extLst>
          </p:cNvPr>
          <p:cNvPicPr>
            <a:picLocks noChangeAspect="1"/>
          </p:cNvPicPr>
          <p:nvPr/>
        </p:nvPicPr>
        <p:blipFill>
          <a:blip r:embed="rId2"/>
          <a:stretch>
            <a:fillRect/>
          </a:stretch>
        </p:blipFill>
        <p:spPr>
          <a:xfrm>
            <a:off x="1558776" y="2132856"/>
            <a:ext cx="6048672" cy="3966666"/>
          </a:xfrm>
          <a:prstGeom prst="rect">
            <a:avLst/>
          </a:prstGeom>
          <a:ln>
            <a:solidFill>
              <a:schemeClr val="tx1">
                <a:lumMod val="50000"/>
                <a:lumOff val="50000"/>
              </a:schemeClr>
            </a:solidFill>
          </a:ln>
        </p:spPr>
      </p:pic>
    </p:spTree>
    <p:extLst>
      <p:ext uri="{BB962C8B-B14F-4D97-AF65-F5344CB8AC3E}">
        <p14:creationId xmlns:p14="http://schemas.microsoft.com/office/powerpoint/2010/main" val="3989826382"/>
      </p:ext>
    </p:extLst>
  </p:cSld>
  <p:clrMapOvr>
    <a:masterClrMapping/>
  </p:clrMapOvr>
  <p:transition>
    <p:diamon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11B7571-9D77-2694-291A-CC255A62533D}"/>
              </a:ext>
            </a:extLst>
          </p:cNvPr>
          <p:cNvSpPr>
            <a:spLocks noGrp="1"/>
          </p:cNvSpPr>
          <p:nvPr>
            <p:ph type="title"/>
          </p:nvPr>
        </p:nvSpPr>
        <p:spPr/>
        <p:txBody>
          <a:bodyPr/>
          <a:lstStyle/>
          <a:p>
            <a:r>
              <a:rPr lang="en-US" altLang="ko-KR" dirty="0"/>
              <a:t>OpenCV</a:t>
            </a:r>
            <a:r>
              <a:rPr lang="ko-KR" altLang="en-US" dirty="0"/>
              <a:t> 설치</a:t>
            </a:r>
          </a:p>
        </p:txBody>
      </p:sp>
      <p:sp>
        <p:nvSpPr>
          <p:cNvPr id="3" name="내용 개체 틀 2">
            <a:extLst>
              <a:ext uri="{FF2B5EF4-FFF2-40B4-BE49-F238E27FC236}">
                <a16:creationId xmlns:a16="http://schemas.microsoft.com/office/drawing/2014/main" id="{36E885EA-C4E2-5213-D72B-0BEFCB36529C}"/>
              </a:ext>
            </a:extLst>
          </p:cNvPr>
          <p:cNvSpPr>
            <a:spLocks noGrp="1"/>
          </p:cNvSpPr>
          <p:nvPr>
            <p:ph idx="1"/>
          </p:nvPr>
        </p:nvSpPr>
        <p:spPr/>
        <p:txBody>
          <a:bodyPr/>
          <a:lstStyle/>
          <a:p>
            <a:r>
              <a:rPr lang="en-US" altLang="ko-KR" dirty="0"/>
              <a:t>Python </a:t>
            </a:r>
            <a:r>
              <a:rPr lang="ko-KR" altLang="en-US" dirty="0"/>
              <a:t>버전 확인 및 패키지 업데이트</a:t>
            </a:r>
            <a:endParaRPr lang="en-US" altLang="ko-KR" dirty="0"/>
          </a:p>
          <a:p>
            <a:endParaRPr lang="en-US" altLang="ko-KR" dirty="0"/>
          </a:p>
          <a:p>
            <a:endParaRPr lang="en-US" altLang="ko-KR" dirty="0"/>
          </a:p>
          <a:p>
            <a:endParaRPr lang="en-US" altLang="ko-KR" dirty="0"/>
          </a:p>
          <a:p>
            <a:r>
              <a:rPr lang="en-US" altLang="ko-KR" dirty="0"/>
              <a:t>Python3-openccv </a:t>
            </a:r>
            <a:r>
              <a:rPr lang="ko-KR" altLang="en-US" dirty="0"/>
              <a:t>라이브러리 설치</a:t>
            </a:r>
            <a:endParaRPr lang="en-US" altLang="ko-KR" dirty="0"/>
          </a:p>
          <a:p>
            <a:pPr lvl="1"/>
            <a:r>
              <a:rPr lang="en-US" altLang="ko-KR" dirty="0" err="1"/>
              <a:t>sudo</a:t>
            </a:r>
            <a:r>
              <a:rPr lang="en-US" altLang="ko-KR" dirty="0"/>
              <a:t> apt-get install python3-opencv</a:t>
            </a:r>
          </a:p>
          <a:p>
            <a:endParaRPr lang="ko-KR" altLang="en-US" dirty="0"/>
          </a:p>
        </p:txBody>
      </p:sp>
      <p:sp>
        <p:nvSpPr>
          <p:cNvPr id="4" name="슬라이드 번호 개체 틀 3">
            <a:extLst>
              <a:ext uri="{FF2B5EF4-FFF2-40B4-BE49-F238E27FC236}">
                <a16:creationId xmlns:a16="http://schemas.microsoft.com/office/drawing/2014/main" id="{C2285675-8671-3183-5F56-BDD9AD797C0F}"/>
              </a:ext>
            </a:extLst>
          </p:cNvPr>
          <p:cNvSpPr>
            <a:spLocks noGrp="1"/>
          </p:cNvSpPr>
          <p:nvPr>
            <p:ph type="sldNum" sz="quarter" idx="10"/>
          </p:nvPr>
        </p:nvSpPr>
        <p:spPr/>
        <p:txBody>
          <a:bodyPr/>
          <a:lstStyle/>
          <a:p>
            <a:fld id="{0662DF40-CD95-4196-B16C-EF23877BEF64}" type="slidenum">
              <a:rPr lang="en-US" altLang="ko-KR" smtClean="0"/>
              <a:pPr/>
              <a:t>16</a:t>
            </a:fld>
            <a:endParaRPr lang="en-US" altLang="ko-KR"/>
          </a:p>
        </p:txBody>
      </p:sp>
      <p:pic>
        <p:nvPicPr>
          <p:cNvPr id="6" name="그림 5">
            <a:extLst>
              <a:ext uri="{FF2B5EF4-FFF2-40B4-BE49-F238E27FC236}">
                <a16:creationId xmlns:a16="http://schemas.microsoft.com/office/drawing/2014/main" id="{EE7F62C2-52E6-6D3A-E79C-68721CCD70B2}"/>
              </a:ext>
            </a:extLst>
          </p:cNvPr>
          <p:cNvPicPr>
            <a:picLocks noChangeAspect="1"/>
          </p:cNvPicPr>
          <p:nvPr/>
        </p:nvPicPr>
        <p:blipFill>
          <a:blip r:embed="rId2"/>
          <a:stretch>
            <a:fillRect/>
          </a:stretch>
        </p:blipFill>
        <p:spPr>
          <a:xfrm>
            <a:off x="496619" y="1525491"/>
            <a:ext cx="8242202" cy="1358746"/>
          </a:xfrm>
          <a:prstGeom prst="rect">
            <a:avLst/>
          </a:prstGeom>
        </p:spPr>
      </p:pic>
      <p:pic>
        <p:nvPicPr>
          <p:cNvPr id="10" name="그림 9">
            <a:extLst>
              <a:ext uri="{FF2B5EF4-FFF2-40B4-BE49-F238E27FC236}">
                <a16:creationId xmlns:a16="http://schemas.microsoft.com/office/drawing/2014/main" id="{806F1273-A97D-C196-553F-00666586A176}"/>
              </a:ext>
            </a:extLst>
          </p:cNvPr>
          <p:cNvPicPr>
            <a:picLocks noChangeAspect="1"/>
          </p:cNvPicPr>
          <p:nvPr/>
        </p:nvPicPr>
        <p:blipFill>
          <a:blip r:embed="rId3"/>
          <a:stretch>
            <a:fillRect/>
          </a:stretch>
        </p:blipFill>
        <p:spPr>
          <a:xfrm>
            <a:off x="496618" y="4077072"/>
            <a:ext cx="8242201" cy="1944216"/>
          </a:xfrm>
          <a:prstGeom prst="rect">
            <a:avLst/>
          </a:prstGeom>
        </p:spPr>
      </p:pic>
    </p:spTree>
    <p:extLst>
      <p:ext uri="{BB962C8B-B14F-4D97-AF65-F5344CB8AC3E}">
        <p14:creationId xmlns:p14="http://schemas.microsoft.com/office/powerpoint/2010/main" val="1189213596"/>
      </p:ext>
    </p:extLst>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1000"/>
                                        <p:tgtEl>
                                          <p:spTgt spid="3">
                                            <p:txEl>
                                              <p:pRg st="4" end="4"/>
                                            </p:txEl>
                                          </p:spTgt>
                                        </p:tgtEl>
                                      </p:cBhvr>
                                    </p:animEffect>
                                    <p:anim calcmode="lin" valueType="num">
                                      <p:cBhvr>
                                        <p:cTn id="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5" end="5"/>
                                            </p:txEl>
                                          </p:spTgt>
                                        </p:tgtEl>
                                        <p:attrNameLst>
                                          <p:attrName>style.visibility</p:attrName>
                                        </p:attrNameLst>
                                      </p:cBhvr>
                                      <p:to>
                                        <p:strVal val="visible"/>
                                      </p:to>
                                    </p:set>
                                    <p:animEffect transition="in" filter="fade">
                                      <p:cBhvr>
                                        <p:cTn id="14" dur="1000"/>
                                        <p:tgtEl>
                                          <p:spTgt spid="3">
                                            <p:txEl>
                                              <p:pRg st="5" end="5"/>
                                            </p:txEl>
                                          </p:spTgt>
                                        </p:tgtEl>
                                      </p:cBhvr>
                                    </p:animEffect>
                                    <p:anim calcmode="lin" valueType="num">
                                      <p:cBhvr>
                                        <p:cTn id="1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11B7571-9D77-2694-291A-CC255A62533D}"/>
              </a:ext>
            </a:extLst>
          </p:cNvPr>
          <p:cNvSpPr>
            <a:spLocks noGrp="1"/>
          </p:cNvSpPr>
          <p:nvPr>
            <p:ph type="title"/>
          </p:nvPr>
        </p:nvSpPr>
        <p:spPr/>
        <p:txBody>
          <a:bodyPr/>
          <a:lstStyle/>
          <a:p>
            <a:r>
              <a:rPr lang="en-US" altLang="ko-KR" dirty="0"/>
              <a:t>OpenCV</a:t>
            </a:r>
            <a:r>
              <a:rPr lang="ko-KR" altLang="en-US" dirty="0"/>
              <a:t> 설치</a:t>
            </a:r>
          </a:p>
        </p:txBody>
      </p:sp>
      <p:sp>
        <p:nvSpPr>
          <p:cNvPr id="3" name="내용 개체 틀 2">
            <a:extLst>
              <a:ext uri="{FF2B5EF4-FFF2-40B4-BE49-F238E27FC236}">
                <a16:creationId xmlns:a16="http://schemas.microsoft.com/office/drawing/2014/main" id="{36E885EA-C4E2-5213-D72B-0BEFCB36529C}"/>
              </a:ext>
            </a:extLst>
          </p:cNvPr>
          <p:cNvSpPr>
            <a:spLocks noGrp="1"/>
          </p:cNvSpPr>
          <p:nvPr>
            <p:ph idx="1"/>
          </p:nvPr>
        </p:nvSpPr>
        <p:spPr/>
        <p:txBody>
          <a:bodyPr/>
          <a:lstStyle/>
          <a:p>
            <a:r>
              <a:rPr lang="en-US" altLang="ko-KR" dirty="0" err="1"/>
              <a:t>opencv</a:t>
            </a:r>
            <a:r>
              <a:rPr lang="en-US" altLang="ko-KR" dirty="0"/>
              <a:t> </a:t>
            </a:r>
            <a:r>
              <a:rPr lang="ko-KR" altLang="en-US" dirty="0"/>
              <a:t>버전 확인</a:t>
            </a:r>
          </a:p>
        </p:txBody>
      </p:sp>
      <p:sp>
        <p:nvSpPr>
          <p:cNvPr id="4" name="슬라이드 번호 개체 틀 3">
            <a:extLst>
              <a:ext uri="{FF2B5EF4-FFF2-40B4-BE49-F238E27FC236}">
                <a16:creationId xmlns:a16="http://schemas.microsoft.com/office/drawing/2014/main" id="{C2285675-8671-3183-5F56-BDD9AD797C0F}"/>
              </a:ext>
            </a:extLst>
          </p:cNvPr>
          <p:cNvSpPr>
            <a:spLocks noGrp="1"/>
          </p:cNvSpPr>
          <p:nvPr>
            <p:ph type="sldNum" sz="quarter" idx="10"/>
          </p:nvPr>
        </p:nvSpPr>
        <p:spPr/>
        <p:txBody>
          <a:bodyPr/>
          <a:lstStyle/>
          <a:p>
            <a:fld id="{0662DF40-CD95-4196-B16C-EF23877BEF64}" type="slidenum">
              <a:rPr lang="en-US" altLang="ko-KR" smtClean="0"/>
              <a:pPr/>
              <a:t>17</a:t>
            </a:fld>
            <a:endParaRPr lang="en-US" altLang="ko-KR"/>
          </a:p>
        </p:txBody>
      </p:sp>
      <p:pic>
        <p:nvPicPr>
          <p:cNvPr id="7" name="그림 6">
            <a:extLst>
              <a:ext uri="{FF2B5EF4-FFF2-40B4-BE49-F238E27FC236}">
                <a16:creationId xmlns:a16="http://schemas.microsoft.com/office/drawing/2014/main" id="{576C1CB4-1F6B-3C86-9460-FC003E765A9B}"/>
              </a:ext>
            </a:extLst>
          </p:cNvPr>
          <p:cNvPicPr>
            <a:picLocks noChangeAspect="1"/>
          </p:cNvPicPr>
          <p:nvPr/>
        </p:nvPicPr>
        <p:blipFill>
          <a:blip r:embed="rId2"/>
          <a:stretch>
            <a:fillRect/>
          </a:stretch>
        </p:blipFill>
        <p:spPr>
          <a:xfrm>
            <a:off x="244063" y="1700808"/>
            <a:ext cx="8655874" cy="2064702"/>
          </a:xfrm>
          <a:prstGeom prst="rect">
            <a:avLst/>
          </a:prstGeom>
          <a:ln>
            <a:solidFill>
              <a:schemeClr val="tx1">
                <a:lumMod val="50000"/>
                <a:lumOff val="50000"/>
              </a:schemeClr>
            </a:solidFill>
          </a:ln>
        </p:spPr>
      </p:pic>
      <p:sp>
        <p:nvSpPr>
          <p:cNvPr id="8" name="직사각형 7">
            <a:extLst>
              <a:ext uri="{FF2B5EF4-FFF2-40B4-BE49-F238E27FC236}">
                <a16:creationId xmlns:a16="http://schemas.microsoft.com/office/drawing/2014/main" id="{3FD74D23-4EA1-F0D0-F096-59CCE19766A5}"/>
              </a:ext>
            </a:extLst>
          </p:cNvPr>
          <p:cNvSpPr/>
          <p:nvPr/>
        </p:nvSpPr>
        <p:spPr>
          <a:xfrm>
            <a:off x="2633147" y="1643446"/>
            <a:ext cx="2293529" cy="391341"/>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42EF22ED-99C8-CA63-3037-5AA3145F1F0F}"/>
              </a:ext>
            </a:extLst>
          </p:cNvPr>
          <p:cNvSpPr/>
          <p:nvPr/>
        </p:nvSpPr>
        <p:spPr>
          <a:xfrm>
            <a:off x="251520" y="2466984"/>
            <a:ext cx="3456384" cy="1106032"/>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TextBox 11">
            <a:extLst>
              <a:ext uri="{FF2B5EF4-FFF2-40B4-BE49-F238E27FC236}">
                <a16:creationId xmlns:a16="http://schemas.microsoft.com/office/drawing/2014/main" id="{4640EE2F-B568-A38D-024A-71F36417F50B}"/>
              </a:ext>
            </a:extLst>
          </p:cNvPr>
          <p:cNvSpPr txBox="1"/>
          <p:nvPr/>
        </p:nvSpPr>
        <p:spPr>
          <a:xfrm>
            <a:off x="4572000" y="2765442"/>
            <a:ext cx="2623026" cy="338554"/>
          </a:xfrm>
          <a:prstGeom prst="rect">
            <a:avLst/>
          </a:prstGeom>
          <a:noFill/>
        </p:spPr>
        <p:txBody>
          <a:bodyPr wrap="none" rtlCol="0">
            <a:spAutoFit/>
          </a:bodyPr>
          <a:lstStyle/>
          <a:p>
            <a:r>
              <a:rPr lang="en-US" altLang="ko-KR" dirty="0">
                <a:solidFill>
                  <a:srgbClr val="FFC000"/>
                </a:solidFill>
                <a:latin typeface="맑은 고딕" panose="020B0503020000020004" pitchFamily="50" charset="-127"/>
                <a:ea typeface="맑은 고딕" panose="020B0503020000020004" pitchFamily="50" charset="-127"/>
              </a:rPr>
              <a:t>version</a:t>
            </a:r>
            <a:r>
              <a:rPr lang="ko-KR" altLang="en-US" dirty="0">
                <a:solidFill>
                  <a:srgbClr val="FFC000"/>
                </a:solidFill>
                <a:latin typeface="맑은 고딕" panose="020B0503020000020004" pitchFamily="50" charset="-127"/>
                <a:ea typeface="맑은 고딕" panose="020B0503020000020004" pitchFamily="50" charset="-127"/>
              </a:rPr>
              <a:t> 앞뒤로 밑줄</a:t>
            </a:r>
            <a:r>
              <a:rPr lang="en-US" altLang="ko-KR" dirty="0">
                <a:solidFill>
                  <a:srgbClr val="FFC000"/>
                </a:solidFill>
                <a:latin typeface="맑은 고딕" panose="020B0503020000020004" pitchFamily="50" charset="-127"/>
                <a:ea typeface="맑은 고딕" panose="020B0503020000020004" pitchFamily="50" charset="-127"/>
              </a:rPr>
              <a:t>(_) 2</a:t>
            </a:r>
            <a:r>
              <a:rPr lang="ko-KR" altLang="en-US" dirty="0">
                <a:solidFill>
                  <a:srgbClr val="FFC000"/>
                </a:solidFill>
                <a:latin typeface="맑은 고딕" panose="020B0503020000020004" pitchFamily="50" charset="-127"/>
                <a:ea typeface="맑은 고딕" panose="020B0503020000020004" pitchFamily="50" charset="-127"/>
              </a:rPr>
              <a:t>개</a:t>
            </a:r>
          </a:p>
        </p:txBody>
      </p:sp>
    </p:spTree>
    <p:extLst>
      <p:ext uri="{BB962C8B-B14F-4D97-AF65-F5344CB8AC3E}">
        <p14:creationId xmlns:p14="http://schemas.microsoft.com/office/powerpoint/2010/main" val="619549927"/>
      </p:ext>
    </p:extLst>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1000"/>
                                        <p:tgtEl>
                                          <p:spTgt spid="10"/>
                                        </p:tgtEl>
                                      </p:cBhvr>
                                    </p:animEffect>
                                    <p:anim calcmode="lin" valueType="num">
                                      <p:cBhvr>
                                        <p:cTn id="14" dur="1000" fill="hold"/>
                                        <p:tgtEl>
                                          <p:spTgt spid="10"/>
                                        </p:tgtEl>
                                        <p:attrNameLst>
                                          <p:attrName>ppt_x</p:attrName>
                                        </p:attrNameLst>
                                      </p:cBhvr>
                                      <p:tavLst>
                                        <p:tav tm="0">
                                          <p:val>
                                            <p:strVal val="#ppt_x"/>
                                          </p:val>
                                        </p:tav>
                                        <p:tav tm="100000">
                                          <p:val>
                                            <p:strVal val="#ppt_x"/>
                                          </p:val>
                                        </p:tav>
                                      </p:tavLst>
                                    </p:anim>
                                    <p:anim calcmode="lin" valueType="num">
                                      <p:cBhvr>
                                        <p:cTn id="15" dur="1000" fill="hold"/>
                                        <p:tgtEl>
                                          <p:spTgt spid="10"/>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anim calcmode="lin" valueType="num">
                                      <p:cBhvr>
                                        <p:cTn id="20" dur="1000" fill="hold"/>
                                        <p:tgtEl>
                                          <p:spTgt spid="12"/>
                                        </p:tgtEl>
                                        <p:attrNameLst>
                                          <p:attrName>ppt_x</p:attrName>
                                        </p:attrNameLst>
                                      </p:cBhvr>
                                      <p:tavLst>
                                        <p:tav tm="0">
                                          <p:val>
                                            <p:strVal val="#ppt_x"/>
                                          </p:val>
                                        </p:tav>
                                        <p:tav tm="100000">
                                          <p:val>
                                            <p:strVal val="#ppt_x"/>
                                          </p:val>
                                        </p:tav>
                                      </p:tavLst>
                                    </p:anim>
                                    <p:anim calcmode="lin" valueType="num">
                                      <p:cBhvr>
                                        <p:cTn id="2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037208F-980E-3549-D20A-9E50C9F9C6CD}"/>
              </a:ext>
            </a:extLst>
          </p:cNvPr>
          <p:cNvSpPr>
            <a:spLocks noGrp="1"/>
          </p:cNvSpPr>
          <p:nvPr>
            <p:ph type="title"/>
          </p:nvPr>
        </p:nvSpPr>
        <p:spPr/>
        <p:txBody>
          <a:bodyPr/>
          <a:lstStyle/>
          <a:p>
            <a:r>
              <a:rPr lang="en-US" altLang="ko-KR" dirty="0"/>
              <a:t>OpenCV </a:t>
            </a:r>
            <a:r>
              <a:rPr lang="ko-KR" altLang="en-US" dirty="0"/>
              <a:t>기본 함수</a:t>
            </a:r>
          </a:p>
        </p:txBody>
      </p:sp>
      <p:sp>
        <p:nvSpPr>
          <p:cNvPr id="4" name="슬라이드 번호 개체 틀 3">
            <a:extLst>
              <a:ext uri="{FF2B5EF4-FFF2-40B4-BE49-F238E27FC236}">
                <a16:creationId xmlns:a16="http://schemas.microsoft.com/office/drawing/2014/main" id="{F53632C4-B2F5-15E4-A718-191247645C75}"/>
              </a:ext>
            </a:extLst>
          </p:cNvPr>
          <p:cNvSpPr>
            <a:spLocks noGrp="1"/>
          </p:cNvSpPr>
          <p:nvPr>
            <p:ph type="sldNum" sz="quarter" idx="10"/>
          </p:nvPr>
        </p:nvSpPr>
        <p:spPr/>
        <p:txBody>
          <a:bodyPr/>
          <a:lstStyle/>
          <a:p>
            <a:fld id="{0662DF40-CD95-4196-B16C-EF23877BEF64}" type="slidenum">
              <a:rPr lang="en-US" altLang="ko-KR" smtClean="0"/>
              <a:pPr/>
              <a:t>18</a:t>
            </a:fld>
            <a:endParaRPr lang="en-US" altLang="ko-KR"/>
          </a:p>
        </p:txBody>
      </p:sp>
      <p:graphicFrame>
        <p:nvGraphicFramePr>
          <p:cNvPr id="5" name="표 5">
            <a:extLst>
              <a:ext uri="{FF2B5EF4-FFF2-40B4-BE49-F238E27FC236}">
                <a16:creationId xmlns:a16="http://schemas.microsoft.com/office/drawing/2014/main" id="{670AD941-EB44-2560-A0A8-A4D13A8B794D}"/>
              </a:ext>
            </a:extLst>
          </p:cNvPr>
          <p:cNvGraphicFramePr>
            <a:graphicFrameLocks noGrp="1"/>
          </p:cNvGraphicFramePr>
          <p:nvPr>
            <p:extLst>
              <p:ext uri="{D42A27DB-BD31-4B8C-83A1-F6EECF244321}">
                <p14:modId xmlns:p14="http://schemas.microsoft.com/office/powerpoint/2010/main" val="4267581621"/>
              </p:ext>
            </p:extLst>
          </p:nvPr>
        </p:nvGraphicFramePr>
        <p:xfrm>
          <a:off x="107950" y="980728"/>
          <a:ext cx="8928099" cy="5269920"/>
        </p:xfrm>
        <a:graphic>
          <a:graphicData uri="http://schemas.openxmlformats.org/drawingml/2006/table">
            <a:tbl>
              <a:tblPr firstRow="1" bandRow="1">
                <a:tableStyleId>{5C22544A-7EE6-4342-B048-85BDC9FD1C3A}</a:tableStyleId>
              </a:tblPr>
              <a:tblGrid>
                <a:gridCol w="3023890">
                  <a:extLst>
                    <a:ext uri="{9D8B030D-6E8A-4147-A177-3AD203B41FA5}">
                      <a16:colId xmlns:a16="http://schemas.microsoft.com/office/drawing/2014/main" val="1542221480"/>
                    </a:ext>
                  </a:extLst>
                </a:gridCol>
                <a:gridCol w="1440160">
                  <a:extLst>
                    <a:ext uri="{9D8B030D-6E8A-4147-A177-3AD203B41FA5}">
                      <a16:colId xmlns:a16="http://schemas.microsoft.com/office/drawing/2014/main" val="3692679926"/>
                    </a:ext>
                  </a:extLst>
                </a:gridCol>
                <a:gridCol w="1368152">
                  <a:extLst>
                    <a:ext uri="{9D8B030D-6E8A-4147-A177-3AD203B41FA5}">
                      <a16:colId xmlns:a16="http://schemas.microsoft.com/office/drawing/2014/main" val="1893711446"/>
                    </a:ext>
                  </a:extLst>
                </a:gridCol>
                <a:gridCol w="3095897">
                  <a:extLst>
                    <a:ext uri="{9D8B030D-6E8A-4147-A177-3AD203B41FA5}">
                      <a16:colId xmlns:a16="http://schemas.microsoft.com/office/drawing/2014/main" val="2196734869"/>
                    </a:ext>
                  </a:extLst>
                </a:gridCol>
              </a:tblGrid>
              <a:tr h="212723">
                <a:tc>
                  <a:txBody>
                    <a:bodyPr/>
                    <a:lstStyle/>
                    <a:p>
                      <a:pPr algn="ct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함수</a:t>
                      </a: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기능</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반환형</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파라미터</a:t>
                      </a: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04433512"/>
                  </a:ext>
                </a:extLst>
              </a:tr>
              <a:tr h="780761">
                <a:tc>
                  <a:txBody>
                    <a:bodyPr/>
                    <a:lstStyle/>
                    <a:p>
                      <a:pPr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cv2.imread(</a:t>
                      </a:r>
                      <a:r>
                        <a:rPr lang="en-US" altLang="ko-KR" sz="1400" i="1" dirty="0" err="1">
                          <a:solidFill>
                            <a:schemeClr val="tx1">
                              <a:lumMod val="65000"/>
                              <a:lumOff val="35000"/>
                            </a:schemeClr>
                          </a:solidFill>
                          <a:latin typeface="맑은 고딕" panose="020B0503020000020004" pitchFamily="50" charset="-127"/>
                          <a:ea typeface="맑은 고딕" panose="020B0503020000020004" pitchFamily="50" charset="-127"/>
                        </a:rPr>
                        <a:t>file_name</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en-US" altLang="ko-KR" sz="1400" i="1" dirty="0">
                          <a:solidFill>
                            <a:schemeClr val="tx1">
                              <a:lumMod val="65000"/>
                              <a:lumOff val="35000"/>
                            </a:schemeClr>
                          </a:solidFill>
                          <a:latin typeface="맑은 고딕" panose="020B0503020000020004" pitchFamily="50" charset="-127"/>
                          <a:ea typeface="맑은 고딕" panose="020B0503020000020004" pitchFamily="50" charset="-127"/>
                        </a:rPr>
                        <a:t>flag</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이미지를</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읽어 </a:t>
                      </a:r>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Numpy</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객체로 만듦</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Numpy</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객체</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행</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열</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색상</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기본</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BGR)</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file_name</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이미지</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파일 이름</a:t>
                      </a:r>
                      <a:endPar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endParaRPr>
                    </a:p>
                    <a:p>
                      <a:pPr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flag :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이미지 읽는 방법</a:t>
                      </a:r>
                      <a:endPar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endParaRPr>
                    </a:p>
                    <a:p>
                      <a:pPr marL="144000" indent="-144000" latinLnBrk="1">
                        <a:buFontTx/>
                        <a:buChar char="-"/>
                      </a:pPr>
                      <a:r>
                        <a:rPr lang="en-US" altLang="ko-KR" sz="1200" dirty="0">
                          <a:solidFill>
                            <a:srgbClr val="0070C0"/>
                          </a:solidFill>
                          <a:latin typeface="맑은 고딕" panose="020B0503020000020004" pitchFamily="50" charset="-127"/>
                          <a:ea typeface="맑은 고딕" panose="020B0503020000020004" pitchFamily="50" charset="-127"/>
                        </a:rPr>
                        <a:t>IMREAD_COLOR : </a:t>
                      </a:r>
                      <a:r>
                        <a:rPr lang="ko-KR" altLang="en-US" sz="1200" dirty="0">
                          <a:solidFill>
                            <a:srgbClr val="0070C0"/>
                          </a:solidFill>
                          <a:latin typeface="맑은 고딕" panose="020B0503020000020004" pitchFamily="50" charset="-127"/>
                          <a:ea typeface="맑은 고딕" panose="020B0503020000020004" pitchFamily="50" charset="-127"/>
                        </a:rPr>
                        <a:t>컬러</a:t>
                      </a:r>
                      <a:r>
                        <a:rPr lang="en-US" altLang="ko-KR" sz="1200" dirty="0">
                          <a:solidFill>
                            <a:srgbClr val="0070C0"/>
                          </a:solidFill>
                          <a:latin typeface="맑은 고딕" panose="020B0503020000020004" pitchFamily="50" charset="-127"/>
                          <a:ea typeface="맑은 고딕" panose="020B0503020000020004" pitchFamily="50" charset="-127"/>
                        </a:rPr>
                        <a:t> </a:t>
                      </a:r>
                      <a:r>
                        <a:rPr lang="ko-KR" altLang="en-US" sz="1200" dirty="0">
                          <a:solidFill>
                            <a:srgbClr val="0070C0"/>
                          </a:solidFill>
                          <a:latin typeface="맑은 고딕" panose="020B0503020000020004" pitchFamily="50" charset="-127"/>
                          <a:ea typeface="맑은 고딕" panose="020B0503020000020004" pitchFamily="50" charset="-127"/>
                        </a:rPr>
                        <a:t>이미지 </a:t>
                      </a:r>
                      <a:r>
                        <a:rPr lang="en-US" altLang="ko-KR" sz="1200" dirty="0">
                          <a:solidFill>
                            <a:srgbClr val="0070C0"/>
                          </a:solidFill>
                          <a:latin typeface="맑은 고딕" panose="020B0503020000020004" pitchFamily="50" charset="-127"/>
                          <a:ea typeface="맑은 고딕" panose="020B0503020000020004" pitchFamily="50" charset="-127"/>
                        </a:rPr>
                        <a:t>(</a:t>
                      </a:r>
                      <a:r>
                        <a:rPr lang="ko-KR" altLang="en-US" sz="1200" dirty="0">
                          <a:solidFill>
                            <a:srgbClr val="0070C0"/>
                          </a:solidFill>
                          <a:latin typeface="맑은 고딕" panose="020B0503020000020004" pitchFamily="50" charset="-127"/>
                          <a:ea typeface="맑은 고딕" panose="020B0503020000020004" pitchFamily="50" charset="-127"/>
                        </a:rPr>
                        <a:t>기본값</a:t>
                      </a:r>
                      <a:r>
                        <a:rPr lang="en-US" altLang="ko-KR" sz="1200" dirty="0">
                          <a:solidFill>
                            <a:srgbClr val="0070C0"/>
                          </a:solidFill>
                          <a:latin typeface="맑은 고딕" panose="020B0503020000020004" pitchFamily="50" charset="-127"/>
                          <a:ea typeface="맑은 고딕" panose="020B0503020000020004" pitchFamily="50" charset="-127"/>
                        </a:rPr>
                        <a:t>)</a:t>
                      </a:r>
                    </a:p>
                    <a:p>
                      <a:pPr marL="144000" indent="-144000" latinLnBrk="1">
                        <a:buFontTx/>
                        <a:buChar char="-"/>
                      </a:pPr>
                      <a:r>
                        <a:rPr lang="en-US" altLang="ko-KR" sz="1200" dirty="0">
                          <a:solidFill>
                            <a:srgbClr val="0070C0"/>
                          </a:solidFill>
                          <a:latin typeface="맑은 고딕" panose="020B0503020000020004" pitchFamily="50" charset="-127"/>
                          <a:ea typeface="맑은 고딕" panose="020B0503020000020004" pitchFamily="50" charset="-127"/>
                        </a:rPr>
                        <a:t>IMREAD_GRAYSCALE : </a:t>
                      </a:r>
                      <a:r>
                        <a:rPr lang="ko-KR" altLang="en-US" sz="1200" dirty="0">
                          <a:solidFill>
                            <a:srgbClr val="0070C0"/>
                          </a:solidFill>
                          <a:latin typeface="맑은 고딕" panose="020B0503020000020004" pitchFamily="50" charset="-127"/>
                          <a:ea typeface="맑은 고딕" panose="020B0503020000020004" pitchFamily="50" charset="-127"/>
                        </a:rPr>
                        <a:t>흑백 이미지</a:t>
                      </a:r>
                      <a:endParaRPr lang="en-US" altLang="ko-KR" sz="1200" dirty="0">
                        <a:solidFill>
                          <a:srgbClr val="0070C0"/>
                        </a:solidFill>
                        <a:latin typeface="맑은 고딕" panose="020B0503020000020004" pitchFamily="50" charset="-127"/>
                        <a:ea typeface="맑은 고딕" panose="020B0503020000020004" pitchFamily="50" charset="-127"/>
                      </a:endParaRPr>
                    </a:p>
                    <a:p>
                      <a:pPr marL="144000" indent="-144000" latinLnBrk="1">
                        <a:buFontTx/>
                        <a:buChar char="-"/>
                      </a:pPr>
                      <a:r>
                        <a:rPr lang="en-US" altLang="ko-KR" sz="1200" dirty="0">
                          <a:solidFill>
                            <a:srgbClr val="0070C0"/>
                          </a:solidFill>
                          <a:latin typeface="맑은 고딕" panose="020B0503020000020004" pitchFamily="50" charset="-127"/>
                          <a:ea typeface="맑은 고딕" panose="020B0503020000020004" pitchFamily="50" charset="-127"/>
                        </a:rPr>
                        <a:t>IMREAD_UNCHANGED : </a:t>
                      </a:r>
                      <a:r>
                        <a:rPr lang="ko-KR" altLang="en-US" sz="1200" dirty="0">
                          <a:solidFill>
                            <a:srgbClr val="0070C0"/>
                          </a:solidFill>
                          <a:latin typeface="맑은 고딕" panose="020B0503020000020004" pitchFamily="50" charset="-127"/>
                          <a:ea typeface="맑은 고딕" panose="020B0503020000020004" pitchFamily="50" charset="-127"/>
                        </a:rPr>
                        <a:t>원본 읽기</a:t>
                      </a:r>
                      <a:r>
                        <a:rPr lang="en-US" altLang="ko-KR" sz="1200" dirty="0">
                          <a:solidFill>
                            <a:srgbClr val="0070C0"/>
                          </a:solidFill>
                          <a:latin typeface="맑은 고딕" panose="020B0503020000020004" pitchFamily="50" charset="-127"/>
                          <a:ea typeface="맑은 고딕" panose="020B0503020000020004" pitchFamily="50" charset="-127"/>
                        </a:rPr>
                        <a:t>(</a:t>
                      </a:r>
                      <a:r>
                        <a:rPr lang="ko-KR" altLang="en-US" sz="1200" dirty="0">
                          <a:solidFill>
                            <a:srgbClr val="0070C0"/>
                          </a:solidFill>
                          <a:latin typeface="맑은 고딕" panose="020B0503020000020004" pitchFamily="50" charset="-127"/>
                          <a:ea typeface="맑은 고딕" panose="020B0503020000020004" pitchFamily="50" charset="-127"/>
                        </a:rPr>
                        <a:t>컬러</a:t>
                      </a:r>
                      <a:r>
                        <a:rPr lang="en-US" altLang="ko-KR" sz="1200" dirty="0">
                          <a:solidFill>
                            <a:srgbClr val="0070C0"/>
                          </a:solidFill>
                          <a:latin typeface="맑은 고딕" panose="020B0503020000020004" pitchFamily="50" charset="-127"/>
                          <a:ea typeface="맑은 고딕" panose="020B0503020000020004" pitchFamily="50" charset="-127"/>
                        </a:rPr>
                        <a:t>)</a:t>
                      </a:r>
                      <a:endParaRPr lang="ko-KR" altLang="en-US" sz="1200" dirty="0">
                        <a:solidFill>
                          <a:srgbClr val="0070C0"/>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76873054"/>
                  </a:ext>
                </a:extLst>
              </a:tr>
              <a:tr h="37177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cv2.imshow(</a:t>
                      </a:r>
                      <a:r>
                        <a:rPr lang="en-US" altLang="ko-KR" sz="1400" i="1" dirty="0">
                          <a:solidFill>
                            <a:schemeClr val="tx1">
                              <a:lumMod val="65000"/>
                              <a:lumOff val="35000"/>
                            </a:schemeClr>
                          </a:solidFill>
                          <a:latin typeface="맑은 고딕" panose="020B0503020000020004" pitchFamily="50" charset="-127"/>
                          <a:ea typeface="맑은 고딕" panose="020B0503020000020004" pitchFamily="50" charset="-127"/>
                        </a:rPr>
                        <a:t>title, image</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특정</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이미지를 화면에 출력</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title</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 윈도우 창의 제목</a:t>
                      </a:r>
                      <a:endPar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endParaRPr>
                    </a:p>
                    <a:p>
                      <a:pPr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image :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출력할 이미지 객체</a:t>
                      </a: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56462357"/>
                  </a:ext>
                </a:extLst>
              </a:tr>
              <a:tr h="37177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cv2.imwrite(</a:t>
                      </a:r>
                      <a:r>
                        <a:rPr lang="en-US" altLang="ko-KR" sz="1400" i="1" dirty="0" err="1">
                          <a:solidFill>
                            <a:schemeClr val="tx1">
                              <a:lumMod val="65000"/>
                              <a:lumOff val="35000"/>
                            </a:schemeClr>
                          </a:solidFill>
                          <a:latin typeface="맑은 고딕" panose="020B0503020000020004" pitchFamily="50" charset="-127"/>
                          <a:ea typeface="맑은 고딕" panose="020B0503020000020004" pitchFamily="50" charset="-127"/>
                        </a:rPr>
                        <a:t>file_name</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en-US" altLang="ko-KR" sz="1400" i="1" dirty="0">
                          <a:solidFill>
                            <a:schemeClr val="tx1">
                              <a:lumMod val="65000"/>
                              <a:lumOff val="35000"/>
                            </a:schemeClr>
                          </a:solidFill>
                          <a:latin typeface="맑은 고딕" panose="020B0503020000020004" pitchFamily="50" charset="-127"/>
                          <a:ea typeface="맑은 고딕" panose="020B0503020000020004" pitchFamily="50" charset="-127"/>
                        </a:rPr>
                        <a:t>image, params</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특정</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이미지를 파일로 저장</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bool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성공여부</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file_name</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이미지</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파일 이름</a:t>
                      </a:r>
                      <a:endPar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endParaRPr>
                    </a:p>
                    <a:p>
                      <a:pPr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image :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저장할 이미지 객체</a:t>
                      </a:r>
                      <a:endPar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endParaRPr>
                    </a:p>
                    <a:p>
                      <a:pPr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params :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영상저장</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옵션</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생략가능</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p>
                    <a:p>
                      <a:pPr marL="144000" indent="-144000" latinLnBrk="1">
                        <a:buFontTx/>
                        <a:buChar char="-"/>
                      </a:pPr>
                      <a:r>
                        <a:rPr lang="en-US" altLang="ko-KR" sz="1200" dirty="0">
                          <a:solidFill>
                            <a:srgbClr val="0070C0"/>
                          </a:solidFill>
                          <a:latin typeface="맑은 고딕" panose="020B0503020000020004" pitchFamily="50" charset="-127"/>
                          <a:ea typeface="맑은 고딕" panose="020B0503020000020004" pitchFamily="50" charset="-127"/>
                        </a:rPr>
                        <a:t>IMWRITE_PNG_COMPRESSION</a:t>
                      </a:r>
                      <a:r>
                        <a:rPr lang="ko-KR" altLang="en-US" sz="1200" dirty="0">
                          <a:solidFill>
                            <a:srgbClr val="0070C0"/>
                          </a:solidFill>
                          <a:latin typeface="맑은 고딕" panose="020B0503020000020004" pitchFamily="50" charset="-127"/>
                          <a:ea typeface="맑은 고딕" panose="020B0503020000020004" pitchFamily="50" charset="-127"/>
                        </a:rPr>
                        <a:t> </a:t>
                      </a:r>
                      <a:r>
                        <a:rPr lang="en-US" altLang="ko-KR" sz="1200" dirty="0">
                          <a:solidFill>
                            <a:srgbClr val="0070C0"/>
                          </a:solidFill>
                          <a:latin typeface="맑은 고딕" panose="020B0503020000020004" pitchFamily="50" charset="-127"/>
                          <a:ea typeface="맑은 고딕" panose="020B0503020000020004" pitchFamily="50" charset="-127"/>
                        </a:rPr>
                        <a:t>:</a:t>
                      </a:r>
                      <a:r>
                        <a:rPr lang="ko-KR" altLang="en-US" sz="1200" dirty="0">
                          <a:solidFill>
                            <a:srgbClr val="0070C0"/>
                          </a:solidFill>
                          <a:latin typeface="맑은 고딕" panose="020B0503020000020004" pitchFamily="50" charset="-127"/>
                          <a:ea typeface="맑은 고딕" panose="020B0503020000020004" pitchFamily="50" charset="-127"/>
                        </a:rPr>
                        <a:t> </a:t>
                      </a:r>
                      <a:r>
                        <a:rPr lang="en-US" altLang="ko-KR" sz="1200" dirty="0" err="1">
                          <a:solidFill>
                            <a:srgbClr val="0070C0"/>
                          </a:solidFill>
                          <a:latin typeface="맑은 고딕" panose="020B0503020000020004" pitchFamily="50" charset="-127"/>
                          <a:ea typeface="맑은 고딕" panose="020B0503020000020004" pitchFamily="50" charset="-127"/>
                        </a:rPr>
                        <a:t>png</a:t>
                      </a:r>
                      <a:r>
                        <a:rPr lang="ko-KR" altLang="en-US" sz="1200" dirty="0">
                          <a:solidFill>
                            <a:srgbClr val="0070C0"/>
                          </a:solidFill>
                          <a:latin typeface="맑은 고딕" panose="020B0503020000020004" pitchFamily="50" charset="-127"/>
                          <a:ea typeface="맑은 고딕" panose="020B0503020000020004" pitchFamily="50" charset="-127"/>
                        </a:rPr>
                        <a:t>로 저장할 때의 </a:t>
                      </a:r>
                      <a:r>
                        <a:rPr lang="ko-KR" altLang="en-US" sz="1200" dirty="0" err="1">
                          <a:solidFill>
                            <a:srgbClr val="0070C0"/>
                          </a:solidFill>
                          <a:latin typeface="맑은 고딕" panose="020B0503020000020004" pitchFamily="50" charset="-127"/>
                          <a:ea typeface="맑은 고딕" panose="020B0503020000020004" pitchFamily="50" charset="-127"/>
                        </a:rPr>
                        <a:t>압축율</a:t>
                      </a:r>
                      <a:endParaRPr lang="en-US" altLang="ko-KR" sz="1200" dirty="0">
                        <a:solidFill>
                          <a:srgbClr val="0070C0"/>
                        </a:solidFill>
                        <a:latin typeface="맑은 고딕" panose="020B0503020000020004" pitchFamily="50" charset="-127"/>
                        <a:ea typeface="맑은 고딕" panose="020B0503020000020004" pitchFamily="50" charset="-127"/>
                      </a:endParaRPr>
                    </a:p>
                    <a:p>
                      <a:pPr marL="144000" indent="-144000" latinLnBrk="1">
                        <a:buFontTx/>
                        <a:buChar char="-"/>
                      </a:pPr>
                      <a:r>
                        <a:rPr lang="en-US" altLang="ko-KR" sz="1200" dirty="0">
                          <a:solidFill>
                            <a:srgbClr val="0070C0"/>
                          </a:solidFill>
                          <a:latin typeface="맑은 고딕" panose="020B0503020000020004" pitchFamily="50" charset="-127"/>
                          <a:ea typeface="맑은 고딕" panose="020B0503020000020004" pitchFamily="50" charset="-127"/>
                        </a:rPr>
                        <a:t>IMWRITE_JPEG_QUALITY : jpeg</a:t>
                      </a:r>
                      <a:r>
                        <a:rPr lang="ko-KR" altLang="en-US" sz="1200" dirty="0">
                          <a:solidFill>
                            <a:srgbClr val="0070C0"/>
                          </a:solidFill>
                          <a:latin typeface="맑은 고딕" panose="020B0503020000020004" pitchFamily="50" charset="-127"/>
                          <a:ea typeface="맑은 고딕" panose="020B0503020000020004" pitchFamily="50" charset="-127"/>
                        </a:rPr>
                        <a:t>으로 저장할 때의 품질</a:t>
                      </a:r>
                      <a:r>
                        <a:rPr lang="en-US" altLang="ko-KR" sz="1200" dirty="0">
                          <a:solidFill>
                            <a:srgbClr val="0070C0"/>
                          </a:solidFill>
                          <a:latin typeface="맑은 고딕" panose="020B0503020000020004" pitchFamily="50" charset="-127"/>
                          <a:ea typeface="맑은 고딕" panose="020B0503020000020004" pitchFamily="50" charset="-127"/>
                        </a:rPr>
                        <a:t>(0~100)</a:t>
                      </a:r>
                      <a:endPar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598993"/>
                  </a:ext>
                </a:extLst>
              </a:tr>
              <a:tr h="37177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cv2.waitKey(</a:t>
                      </a:r>
                      <a:r>
                        <a:rPr lang="en-US" altLang="ko-KR" sz="1400" i="1" dirty="0">
                          <a:solidFill>
                            <a:schemeClr val="tx1">
                              <a:lumMod val="65000"/>
                              <a:lumOff val="35000"/>
                            </a:schemeClr>
                          </a:solidFill>
                          <a:latin typeface="맑은 고딕" panose="020B0503020000020004" pitchFamily="50" charset="-127"/>
                          <a:ea typeface="맑은 고딕" panose="020B0503020000020004" pitchFamily="50" charset="-127"/>
                        </a:rPr>
                        <a:t>time</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키보드</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입력을 처리</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입력 글자의 </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ASCII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코드</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time :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입력대기</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시간</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단위</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ms</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0</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sym typeface="Wingdings" panose="05000000000000000000" pitchFamily="2" charset="2"/>
                        </a:rPr>
                        <a:t></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sym typeface="Wingdings" panose="05000000000000000000" pitchFamily="2" charset="2"/>
                        </a:rPr>
                        <a:t>무한 대기</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sym typeface="Wingdings" panose="05000000000000000000" pitchFamily="2" charset="2"/>
                        </a:rPr>
                        <a:t>)</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43010014"/>
                  </a:ext>
                </a:extLst>
              </a:tr>
              <a:tr h="37177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cv2.destroyAllWindows()</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화면의</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모든 윈도우 닫기</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8423204"/>
                  </a:ext>
                </a:extLst>
              </a:tr>
              <a:tr h="371774">
                <a:tc>
                  <a:txBody>
                    <a:bodyPr/>
                    <a:lstStyle/>
                    <a:p>
                      <a:pPr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cv2.moveWindow(</a:t>
                      </a:r>
                      <a:r>
                        <a:rPr lang="en-US" altLang="ko-KR" sz="1400" i="1" dirty="0" err="1">
                          <a:solidFill>
                            <a:schemeClr val="tx1">
                              <a:lumMod val="65000"/>
                              <a:lumOff val="35000"/>
                            </a:schemeClr>
                          </a:solidFill>
                          <a:latin typeface="맑은 고딕" panose="020B0503020000020004" pitchFamily="50" charset="-127"/>
                          <a:ea typeface="맑은 고딕" panose="020B0503020000020004" pitchFamily="50" charset="-127"/>
                        </a:rPr>
                        <a:t>win_name</a:t>
                      </a:r>
                      <a:r>
                        <a:rPr lang="en-US" altLang="ko-KR" sz="1400" i="1" dirty="0">
                          <a:solidFill>
                            <a:schemeClr val="tx1">
                              <a:lumMod val="65000"/>
                              <a:lumOff val="35000"/>
                            </a:schemeClr>
                          </a:solidFill>
                          <a:latin typeface="맑은 고딕" panose="020B0503020000020004" pitchFamily="50" charset="-127"/>
                          <a:ea typeface="맑은 고딕" panose="020B0503020000020004" pitchFamily="50" charset="-127"/>
                        </a:rPr>
                        <a:t>,</a:t>
                      </a:r>
                      <a:r>
                        <a:rPr lang="ko-KR" altLang="en-US" sz="1400" i="1" dirty="0">
                          <a:solidFill>
                            <a:schemeClr val="tx1">
                              <a:lumMod val="65000"/>
                              <a:lumOff val="35000"/>
                            </a:schemeClr>
                          </a:solidFill>
                          <a:latin typeface="맑은 고딕" panose="020B0503020000020004" pitchFamily="50" charset="-127"/>
                          <a:ea typeface="맑은 고딕" panose="020B0503020000020004" pitchFamily="50" charset="-127"/>
                        </a:rPr>
                        <a:t> </a:t>
                      </a:r>
                      <a:r>
                        <a:rPr lang="en-US" altLang="ko-KR" sz="1400" i="1" dirty="0">
                          <a:solidFill>
                            <a:schemeClr val="tx1">
                              <a:lumMod val="65000"/>
                              <a:lumOff val="35000"/>
                            </a:schemeClr>
                          </a:solidFill>
                          <a:latin typeface="맑은 고딕" panose="020B0503020000020004" pitchFamily="50" charset="-127"/>
                          <a:ea typeface="맑은 고딕" panose="020B0503020000020004" pitchFamily="50" charset="-127"/>
                        </a:rPr>
                        <a:t>x,</a:t>
                      </a:r>
                      <a:r>
                        <a:rPr lang="ko-KR" altLang="en-US" sz="1400" i="1" dirty="0">
                          <a:solidFill>
                            <a:schemeClr val="tx1">
                              <a:lumMod val="65000"/>
                              <a:lumOff val="35000"/>
                            </a:schemeClr>
                          </a:solidFill>
                          <a:latin typeface="맑은 고딕" panose="020B0503020000020004" pitchFamily="50" charset="-127"/>
                          <a:ea typeface="맑은 고딕" panose="020B0503020000020004" pitchFamily="50" charset="-127"/>
                        </a:rPr>
                        <a:t> </a:t>
                      </a:r>
                      <a:r>
                        <a:rPr lang="en-US" altLang="ko-KR" sz="1400" i="1" dirty="0">
                          <a:solidFill>
                            <a:schemeClr val="tx1">
                              <a:lumMod val="65000"/>
                              <a:lumOff val="35000"/>
                            </a:schemeClr>
                          </a:solidFill>
                          <a:latin typeface="맑은 고딕" panose="020B0503020000020004" pitchFamily="50" charset="-127"/>
                          <a:ea typeface="맑은 고딕" panose="020B0503020000020004" pitchFamily="50" charset="-127"/>
                        </a:rPr>
                        <a:t>y</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윈도우</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위치 변경</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win_name</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윈도우</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이름</a:t>
                      </a:r>
                      <a:endPar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endParaRPr>
                    </a:p>
                    <a:p>
                      <a:pPr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x, y :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이동할</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위치의 좌표</a:t>
                      </a: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6634499"/>
                  </a:ext>
                </a:extLst>
              </a:tr>
              <a:tr h="371774">
                <a:tc>
                  <a:txBody>
                    <a:bodyPr/>
                    <a:lstStyle/>
                    <a:p>
                      <a:pPr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cv2.resizeWindow(</a:t>
                      </a:r>
                      <a:r>
                        <a:rPr lang="en-US" altLang="ko-KR" sz="1400" i="1" dirty="0" err="1">
                          <a:solidFill>
                            <a:schemeClr val="tx1">
                              <a:lumMod val="65000"/>
                              <a:lumOff val="35000"/>
                            </a:schemeClr>
                          </a:solidFill>
                          <a:latin typeface="맑은 고딕" panose="020B0503020000020004" pitchFamily="50" charset="-127"/>
                          <a:ea typeface="맑은 고딕" panose="020B0503020000020004" pitchFamily="50" charset="-127"/>
                        </a:rPr>
                        <a:t>win_name</a:t>
                      </a:r>
                      <a:r>
                        <a:rPr lang="en-US" altLang="ko-KR" sz="1400" i="1" dirty="0">
                          <a:solidFill>
                            <a:schemeClr val="tx1">
                              <a:lumMod val="65000"/>
                              <a:lumOff val="35000"/>
                            </a:schemeClr>
                          </a:solidFill>
                          <a:latin typeface="맑은 고딕" panose="020B0503020000020004" pitchFamily="50" charset="-127"/>
                          <a:ea typeface="맑은 고딕" panose="020B0503020000020004" pitchFamily="50" charset="-127"/>
                        </a:rPr>
                        <a:t>,</a:t>
                      </a:r>
                      <a:r>
                        <a:rPr lang="ko-KR" altLang="en-US" sz="1400" i="1" dirty="0">
                          <a:solidFill>
                            <a:schemeClr val="tx1">
                              <a:lumMod val="65000"/>
                              <a:lumOff val="35000"/>
                            </a:schemeClr>
                          </a:solidFill>
                          <a:latin typeface="맑은 고딕" panose="020B0503020000020004" pitchFamily="50" charset="-127"/>
                          <a:ea typeface="맑은 고딕" panose="020B0503020000020004" pitchFamily="50" charset="-127"/>
                        </a:rPr>
                        <a:t> </a:t>
                      </a:r>
                      <a:r>
                        <a:rPr lang="en-US" altLang="ko-KR" sz="1400" i="1" dirty="0">
                          <a:solidFill>
                            <a:srgbClr val="C00000"/>
                          </a:solidFill>
                          <a:latin typeface="맑은 고딕" panose="020B0503020000020004" pitchFamily="50" charset="-127"/>
                          <a:ea typeface="맑은 고딕" panose="020B0503020000020004" pitchFamily="50" charset="-127"/>
                        </a:rPr>
                        <a:t>w,</a:t>
                      </a:r>
                      <a:r>
                        <a:rPr lang="ko-KR" altLang="en-US" sz="1400" i="1" dirty="0">
                          <a:solidFill>
                            <a:srgbClr val="C00000"/>
                          </a:solidFill>
                          <a:latin typeface="맑은 고딕" panose="020B0503020000020004" pitchFamily="50" charset="-127"/>
                          <a:ea typeface="맑은 고딕" panose="020B0503020000020004" pitchFamily="50" charset="-127"/>
                        </a:rPr>
                        <a:t> </a:t>
                      </a:r>
                      <a:r>
                        <a:rPr lang="en-US" altLang="ko-KR" sz="1400" i="1" dirty="0">
                          <a:solidFill>
                            <a:srgbClr val="C00000"/>
                          </a:solidFill>
                          <a:latin typeface="맑은 고딕" panose="020B0503020000020004" pitchFamily="50" charset="-127"/>
                          <a:ea typeface="맑은 고딕" panose="020B0503020000020004" pitchFamily="50" charset="-127"/>
                        </a:rPr>
                        <a:t>h</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윈도우</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크기 변경</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win_name</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윈도우</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이름</a:t>
                      </a:r>
                      <a:endPar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endParaRPr>
                    </a:p>
                    <a:p>
                      <a:pPr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w, h :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윈도우의</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가로</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세로</a:t>
                      </a: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94087566"/>
                  </a:ext>
                </a:extLst>
              </a:tr>
            </a:tbl>
          </a:graphicData>
        </a:graphic>
      </p:graphicFrame>
      <p:sp>
        <p:nvSpPr>
          <p:cNvPr id="6" name="TextBox 5">
            <a:extLst>
              <a:ext uri="{FF2B5EF4-FFF2-40B4-BE49-F238E27FC236}">
                <a16:creationId xmlns:a16="http://schemas.microsoft.com/office/drawing/2014/main" id="{09D8B97C-E94F-C389-DB03-91C0C8BFDCC8}"/>
              </a:ext>
            </a:extLst>
          </p:cNvPr>
          <p:cNvSpPr txBox="1"/>
          <p:nvPr/>
        </p:nvSpPr>
        <p:spPr>
          <a:xfrm>
            <a:off x="107950" y="6245423"/>
            <a:ext cx="8949886" cy="307777"/>
          </a:xfrm>
          <a:prstGeom prst="rect">
            <a:avLst/>
          </a:prstGeom>
          <a:noFill/>
        </p:spPr>
        <p:txBody>
          <a:bodyPr wrap="none" rtlCol="0">
            <a:spAutoFit/>
          </a:bodyPr>
          <a:lstStyle/>
          <a:p>
            <a:r>
              <a:rPr lang="en-US" altLang="ko-KR" sz="1400" b="1" dirty="0">
                <a:solidFill>
                  <a:srgbClr val="6699FF"/>
                </a:solidFill>
                <a:latin typeface="맑은 고딕" panose="020B0503020000020004" pitchFamily="50" charset="-127"/>
                <a:ea typeface="맑은 고딕" panose="020B0503020000020004" pitchFamily="50" charset="-127"/>
              </a:rPr>
              <a:t>※</a:t>
            </a:r>
            <a:r>
              <a:rPr lang="en-US" altLang="ko-KR" sz="1400" b="1" dirty="0" err="1">
                <a:solidFill>
                  <a:srgbClr val="6699FF"/>
                </a:solidFill>
                <a:latin typeface="맑은 고딕" panose="020B0503020000020004" pitchFamily="50" charset="-127"/>
                <a:ea typeface="맑은 고딕" panose="020B0503020000020004" pitchFamily="50" charset="-127"/>
              </a:rPr>
              <a:t>Numpy</a:t>
            </a:r>
            <a:r>
              <a:rPr lang="en-US" altLang="ko-KR" sz="1400" b="1" dirty="0">
                <a:solidFill>
                  <a:srgbClr val="6699FF"/>
                </a:solidFill>
                <a:latin typeface="맑은 고딕" panose="020B0503020000020004" pitchFamily="50" charset="-127"/>
                <a:ea typeface="맑은 고딕" panose="020B0503020000020004" pitchFamily="50" charset="-127"/>
              </a:rPr>
              <a:t>(</a:t>
            </a:r>
            <a:r>
              <a:rPr lang="ko-KR" altLang="en-US" sz="1400" b="1" dirty="0" err="1">
                <a:solidFill>
                  <a:srgbClr val="6699FF"/>
                </a:solidFill>
                <a:latin typeface="맑은 고딕" panose="020B0503020000020004" pitchFamily="50" charset="-127"/>
                <a:ea typeface="맑은 고딕" panose="020B0503020000020004" pitchFamily="50" charset="-127"/>
              </a:rPr>
              <a:t>넘파이</a:t>
            </a:r>
            <a:r>
              <a:rPr lang="en-US" altLang="ko-KR" sz="1400" b="1" dirty="0">
                <a:solidFill>
                  <a:srgbClr val="6699FF"/>
                </a:solidFill>
                <a:latin typeface="맑은 고딕" panose="020B0503020000020004" pitchFamily="50" charset="-127"/>
                <a:ea typeface="맑은 고딕" panose="020B0503020000020004" pitchFamily="50" charset="-127"/>
              </a:rPr>
              <a:t>)</a:t>
            </a:r>
            <a:r>
              <a:rPr lang="ko-KR" altLang="en-US" sz="1400" b="1" dirty="0">
                <a:solidFill>
                  <a:srgbClr val="6699FF"/>
                </a:solidFill>
                <a:latin typeface="맑은 고딕" panose="020B0503020000020004" pitchFamily="50" charset="-127"/>
                <a:ea typeface="맑은 고딕" panose="020B0503020000020004" pitchFamily="50" charset="-127"/>
              </a:rPr>
              <a:t> </a:t>
            </a:r>
            <a:r>
              <a:rPr lang="en-US" altLang="ko-KR" sz="1400" b="1" dirty="0">
                <a:solidFill>
                  <a:srgbClr val="6699FF"/>
                </a:solidFill>
                <a:latin typeface="맑은 고딕" panose="020B0503020000020004" pitchFamily="50" charset="-127"/>
                <a:ea typeface="맑은 고딕" panose="020B0503020000020004" pitchFamily="50" charset="-127"/>
              </a:rPr>
              <a:t>: </a:t>
            </a:r>
            <a:r>
              <a:rPr lang="ko-KR" altLang="en-US" sz="1400" b="1" dirty="0">
                <a:solidFill>
                  <a:srgbClr val="6699FF"/>
                </a:solidFill>
                <a:latin typeface="맑은 고딕" panose="020B0503020000020004" pitchFamily="50" charset="-127"/>
                <a:ea typeface="맑은 고딕" panose="020B0503020000020004" pitchFamily="50" charset="-127"/>
              </a:rPr>
              <a:t>과학계산을</a:t>
            </a:r>
            <a:r>
              <a:rPr lang="en-US" altLang="ko-KR" sz="1400" b="1" dirty="0">
                <a:solidFill>
                  <a:srgbClr val="6699FF"/>
                </a:solidFill>
                <a:latin typeface="맑은 고딕" panose="020B0503020000020004" pitchFamily="50" charset="-127"/>
                <a:ea typeface="맑은 고딕" panose="020B0503020000020004" pitchFamily="50" charset="-127"/>
              </a:rPr>
              <a:t> </a:t>
            </a:r>
            <a:r>
              <a:rPr lang="ko-KR" altLang="en-US" sz="1400" b="1" dirty="0">
                <a:solidFill>
                  <a:srgbClr val="6699FF"/>
                </a:solidFill>
                <a:latin typeface="맑은 고딕" panose="020B0503020000020004" pitchFamily="50" charset="-127"/>
                <a:ea typeface="맑은 고딕" panose="020B0503020000020004" pitchFamily="50" charset="-127"/>
              </a:rPr>
              <a:t>위한 라이브러리</a:t>
            </a:r>
            <a:r>
              <a:rPr lang="en-US" altLang="ko-KR" sz="1400" b="1" dirty="0">
                <a:solidFill>
                  <a:srgbClr val="6699FF"/>
                </a:solidFill>
                <a:latin typeface="맑은 고딕" panose="020B0503020000020004" pitchFamily="50" charset="-127"/>
                <a:ea typeface="맑은 고딕" panose="020B0503020000020004" pitchFamily="50" charset="-127"/>
              </a:rPr>
              <a:t>, </a:t>
            </a:r>
            <a:r>
              <a:rPr lang="ko-KR" altLang="en-US" sz="1400" b="1" dirty="0">
                <a:solidFill>
                  <a:srgbClr val="6699FF"/>
                </a:solidFill>
                <a:latin typeface="맑은 고딕" panose="020B0503020000020004" pitchFamily="50" charset="-127"/>
                <a:ea typeface="맑은 고딕" panose="020B0503020000020004" pitchFamily="50" charset="-127"/>
              </a:rPr>
              <a:t>수학함수</a:t>
            </a:r>
            <a:r>
              <a:rPr lang="en-US" altLang="ko-KR" sz="1400" b="1" dirty="0">
                <a:solidFill>
                  <a:srgbClr val="6699FF"/>
                </a:solidFill>
                <a:latin typeface="맑은 고딕" panose="020B0503020000020004" pitchFamily="50" charset="-127"/>
                <a:ea typeface="맑은 고딕" panose="020B0503020000020004" pitchFamily="50" charset="-127"/>
              </a:rPr>
              <a:t>, </a:t>
            </a:r>
            <a:r>
              <a:rPr lang="ko-KR" altLang="en-US" sz="1400" b="1" dirty="0">
                <a:solidFill>
                  <a:srgbClr val="6699FF"/>
                </a:solidFill>
                <a:latin typeface="맑은 고딕" panose="020B0503020000020004" pitchFamily="50" charset="-127"/>
                <a:ea typeface="맑은 고딕" panose="020B0503020000020004" pitchFamily="50" charset="-127"/>
              </a:rPr>
              <a:t>난수 발생기</a:t>
            </a:r>
            <a:r>
              <a:rPr lang="en-US" altLang="ko-KR" sz="1400" b="1" dirty="0">
                <a:solidFill>
                  <a:srgbClr val="6699FF"/>
                </a:solidFill>
                <a:latin typeface="맑은 고딕" panose="020B0503020000020004" pitchFamily="50" charset="-127"/>
                <a:ea typeface="맑은 고딕" panose="020B0503020000020004" pitchFamily="50" charset="-127"/>
              </a:rPr>
              <a:t>, </a:t>
            </a:r>
            <a:r>
              <a:rPr lang="ko-KR" altLang="en-US" sz="1400" b="1" dirty="0">
                <a:solidFill>
                  <a:srgbClr val="6699FF"/>
                </a:solidFill>
                <a:latin typeface="맑은 고딕" panose="020B0503020000020004" pitchFamily="50" charset="-127"/>
                <a:ea typeface="맑은 고딕" panose="020B0503020000020004" pitchFamily="50" charset="-127"/>
              </a:rPr>
              <a:t>선형대수</a:t>
            </a:r>
            <a:r>
              <a:rPr lang="en-US" altLang="ko-KR" sz="1400" b="1" dirty="0">
                <a:solidFill>
                  <a:srgbClr val="6699FF"/>
                </a:solidFill>
                <a:latin typeface="맑은 고딕" panose="020B0503020000020004" pitchFamily="50" charset="-127"/>
                <a:ea typeface="맑은 고딕" panose="020B0503020000020004" pitchFamily="50" charset="-127"/>
              </a:rPr>
              <a:t>, </a:t>
            </a:r>
            <a:r>
              <a:rPr lang="ko-KR" altLang="en-US" sz="1400" b="1" dirty="0">
                <a:solidFill>
                  <a:srgbClr val="6699FF"/>
                </a:solidFill>
                <a:latin typeface="맑은 고딕" panose="020B0503020000020004" pitchFamily="50" charset="-127"/>
                <a:ea typeface="맑은 고딕" panose="020B0503020000020004" pitchFamily="50" charset="-127"/>
              </a:rPr>
              <a:t>푸리에 변환 등 수행 가능</a:t>
            </a:r>
          </a:p>
        </p:txBody>
      </p:sp>
    </p:spTree>
    <p:extLst>
      <p:ext uri="{BB962C8B-B14F-4D97-AF65-F5344CB8AC3E}">
        <p14:creationId xmlns:p14="http://schemas.microsoft.com/office/powerpoint/2010/main" val="4164733800"/>
      </p:ext>
    </p:extLst>
  </p:cSld>
  <p:clrMapOvr>
    <a:masterClrMapping/>
  </p:clrMapOvr>
  <p:transition>
    <p:diamon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037208F-980E-3549-D20A-9E50C9F9C6CD}"/>
              </a:ext>
            </a:extLst>
          </p:cNvPr>
          <p:cNvSpPr>
            <a:spLocks noGrp="1"/>
          </p:cNvSpPr>
          <p:nvPr>
            <p:ph type="title"/>
          </p:nvPr>
        </p:nvSpPr>
        <p:spPr/>
        <p:txBody>
          <a:bodyPr/>
          <a:lstStyle/>
          <a:p>
            <a:r>
              <a:rPr lang="en-US" altLang="ko-KR" dirty="0"/>
              <a:t>OpenCV </a:t>
            </a:r>
            <a:r>
              <a:rPr lang="ko-KR" altLang="en-US" dirty="0"/>
              <a:t>기본 함수</a:t>
            </a:r>
          </a:p>
        </p:txBody>
      </p:sp>
      <p:sp>
        <p:nvSpPr>
          <p:cNvPr id="4" name="슬라이드 번호 개체 틀 3">
            <a:extLst>
              <a:ext uri="{FF2B5EF4-FFF2-40B4-BE49-F238E27FC236}">
                <a16:creationId xmlns:a16="http://schemas.microsoft.com/office/drawing/2014/main" id="{F53632C4-B2F5-15E4-A718-191247645C75}"/>
              </a:ext>
            </a:extLst>
          </p:cNvPr>
          <p:cNvSpPr>
            <a:spLocks noGrp="1"/>
          </p:cNvSpPr>
          <p:nvPr>
            <p:ph type="sldNum" sz="quarter" idx="10"/>
          </p:nvPr>
        </p:nvSpPr>
        <p:spPr/>
        <p:txBody>
          <a:bodyPr/>
          <a:lstStyle/>
          <a:p>
            <a:fld id="{0662DF40-CD95-4196-B16C-EF23877BEF64}" type="slidenum">
              <a:rPr lang="en-US" altLang="ko-KR" smtClean="0"/>
              <a:pPr/>
              <a:t>19</a:t>
            </a:fld>
            <a:endParaRPr lang="en-US" altLang="ko-KR"/>
          </a:p>
        </p:txBody>
      </p:sp>
      <p:graphicFrame>
        <p:nvGraphicFramePr>
          <p:cNvPr id="5" name="표 5">
            <a:extLst>
              <a:ext uri="{FF2B5EF4-FFF2-40B4-BE49-F238E27FC236}">
                <a16:creationId xmlns:a16="http://schemas.microsoft.com/office/drawing/2014/main" id="{670AD941-EB44-2560-A0A8-A4D13A8B794D}"/>
              </a:ext>
            </a:extLst>
          </p:cNvPr>
          <p:cNvGraphicFramePr>
            <a:graphicFrameLocks noGrp="1"/>
          </p:cNvGraphicFramePr>
          <p:nvPr>
            <p:extLst>
              <p:ext uri="{D42A27DB-BD31-4B8C-83A1-F6EECF244321}">
                <p14:modId xmlns:p14="http://schemas.microsoft.com/office/powerpoint/2010/main" val="3331317324"/>
              </p:ext>
            </p:extLst>
          </p:nvPr>
        </p:nvGraphicFramePr>
        <p:xfrm>
          <a:off x="107950" y="1023260"/>
          <a:ext cx="8928099" cy="4984560"/>
        </p:xfrm>
        <a:graphic>
          <a:graphicData uri="http://schemas.openxmlformats.org/drawingml/2006/table">
            <a:tbl>
              <a:tblPr firstRow="1" bandRow="1">
                <a:tableStyleId>{5C22544A-7EE6-4342-B048-85BDC9FD1C3A}</a:tableStyleId>
              </a:tblPr>
              <a:tblGrid>
                <a:gridCol w="3095898">
                  <a:extLst>
                    <a:ext uri="{9D8B030D-6E8A-4147-A177-3AD203B41FA5}">
                      <a16:colId xmlns:a16="http://schemas.microsoft.com/office/drawing/2014/main" val="1542221480"/>
                    </a:ext>
                  </a:extLst>
                </a:gridCol>
                <a:gridCol w="1440160">
                  <a:extLst>
                    <a:ext uri="{9D8B030D-6E8A-4147-A177-3AD203B41FA5}">
                      <a16:colId xmlns:a16="http://schemas.microsoft.com/office/drawing/2014/main" val="3692679926"/>
                    </a:ext>
                  </a:extLst>
                </a:gridCol>
                <a:gridCol w="1296144">
                  <a:extLst>
                    <a:ext uri="{9D8B030D-6E8A-4147-A177-3AD203B41FA5}">
                      <a16:colId xmlns:a16="http://schemas.microsoft.com/office/drawing/2014/main" val="1893711446"/>
                    </a:ext>
                  </a:extLst>
                </a:gridCol>
                <a:gridCol w="3095897">
                  <a:extLst>
                    <a:ext uri="{9D8B030D-6E8A-4147-A177-3AD203B41FA5}">
                      <a16:colId xmlns:a16="http://schemas.microsoft.com/office/drawing/2014/main" val="2196734869"/>
                    </a:ext>
                  </a:extLst>
                </a:gridCol>
              </a:tblGrid>
              <a:tr h="212723">
                <a:tc>
                  <a:txBody>
                    <a:bodyPr/>
                    <a:lstStyle/>
                    <a:p>
                      <a:pPr algn="ct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함수</a:t>
                      </a: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기능</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반환형</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파라미터</a:t>
                      </a: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04433512"/>
                  </a:ext>
                </a:extLst>
              </a:tr>
              <a:tr h="144080">
                <a:tc>
                  <a:txBody>
                    <a:bodyPr/>
                    <a:lstStyle/>
                    <a:p>
                      <a:pPr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cv2.namedWindow(</a:t>
                      </a:r>
                      <a:r>
                        <a:rPr lang="en-US" altLang="ko-KR" sz="1400" i="1" dirty="0" err="1">
                          <a:solidFill>
                            <a:schemeClr val="tx1">
                              <a:lumMod val="65000"/>
                              <a:lumOff val="35000"/>
                            </a:schemeClr>
                          </a:solidFill>
                          <a:latin typeface="맑은 고딕" panose="020B0503020000020004" pitchFamily="50" charset="-127"/>
                          <a:ea typeface="맑은 고딕" panose="020B0503020000020004" pitchFamily="50" charset="-127"/>
                        </a:rPr>
                        <a:t>win_name</a:t>
                      </a:r>
                      <a:r>
                        <a:rPr lang="en-US" altLang="ko-KR" sz="1400" i="1" dirty="0">
                          <a:solidFill>
                            <a:schemeClr val="tx1">
                              <a:lumMod val="65000"/>
                              <a:lumOff val="35000"/>
                            </a:schemeClr>
                          </a:solidFill>
                          <a:latin typeface="맑은 고딕" panose="020B0503020000020004" pitchFamily="50" charset="-127"/>
                          <a:ea typeface="맑은 고딕" panose="020B0503020000020004" pitchFamily="50" charset="-127"/>
                        </a:rPr>
                        <a:t>, flag</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새로운</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윈도우 띄우기</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win_name</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윈도우</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이름</a:t>
                      </a:r>
                      <a:endPar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endParaRPr>
                    </a:p>
                    <a:p>
                      <a:pPr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flag: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윈도우 옵션</a:t>
                      </a:r>
                    </a:p>
                    <a:p>
                      <a:pPr marL="144000" indent="-144000" latinLnBrk="1">
                        <a:buFontTx/>
                        <a:buChar char="-"/>
                      </a:pPr>
                      <a:r>
                        <a:rPr lang="en-US" altLang="ko-KR" sz="1200" dirty="0">
                          <a:solidFill>
                            <a:srgbClr val="0070C0"/>
                          </a:solidFill>
                          <a:latin typeface="맑은 고딕" panose="020B0503020000020004" pitchFamily="50" charset="-127"/>
                          <a:ea typeface="맑은 고딕" panose="020B0503020000020004" pitchFamily="50" charset="-127"/>
                        </a:rPr>
                        <a:t>WINDOW_AUTOSIZE : </a:t>
                      </a:r>
                      <a:r>
                        <a:rPr lang="ko-KR" altLang="en-US" sz="1200" dirty="0">
                          <a:solidFill>
                            <a:srgbClr val="0070C0"/>
                          </a:solidFill>
                          <a:latin typeface="맑은 고딕" panose="020B0503020000020004" pitchFamily="50" charset="-127"/>
                          <a:ea typeface="맑은 고딕" panose="020B0503020000020004" pitchFamily="50" charset="-127"/>
                        </a:rPr>
                        <a:t>윈도우를 맞춤</a:t>
                      </a:r>
                      <a:endParaRPr lang="en-US" altLang="ko-KR" sz="1200" dirty="0">
                        <a:solidFill>
                          <a:srgbClr val="0070C0"/>
                        </a:solidFill>
                        <a:latin typeface="맑은 고딕" panose="020B0503020000020004" pitchFamily="50" charset="-127"/>
                        <a:ea typeface="맑은 고딕" panose="020B0503020000020004" pitchFamily="50" charset="-127"/>
                      </a:endParaRPr>
                    </a:p>
                    <a:p>
                      <a:pPr marL="144000" indent="-144000" latinLnBrk="1">
                        <a:buFontTx/>
                        <a:buChar char="-"/>
                      </a:pPr>
                      <a:r>
                        <a:rPr lang="en-US" altLang="ko-KR" sz="1200" dirty="0">
                          <a:solidFill>
                            <a:srgbClr val="0070C0"/>
                          </a:solidFill>
                          <a:latin typeface="맑은 고딕" panose="020B0503020000020004" pitchFamily="50" charset="-127"/>
                          <a:ea typeface="맑은 고딕" panose="020B0503020000020004" pitchFamily="50" charset="-127"/>
                        </a:rPr>
                        <a:t>WINDOW_NORMAL : </a:t>
                      </a:r>
                      <a:r>
                        <a:rPr lang="ko-KR" altLang="en-US" sz="1200" dirty="0">
                          <a:solidFill>
                            <a:srgbClr val="0070C0"/>
                          </a:solidFill>
                          <a:latin typeface="맑은 고딕" panose="020B0503020000020004" pitchFamily="50" charset="-127"/>
                          <a:ea typeface="맑은 고딕" panose="020B0503020000020004" pitchFamily="50" charset="-127"/>
                        </a:rPr>
                        <a:t>이미지를 맞춤</a:t>
                      </a:r>
                      <a:endParaRPr lang="en-US" altLang="ko-KR" sz="1200" dirty="0">
                        <a:solidFill>
                          <a:srgbClr val="0070C0"/>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36394901"/>
                  </a:ext>
                </a:extLst>
              </a:tr>
              <a:tr h="720400">
                <a:tc>
                  <a:txBody>
                    <a:bodyPr/>
                    <a:lstStyle/>
                    <a:p>
                      <a:pPr latinLnBrk="1"/>
                      <a:r>
                        <a:rPr lang="en-US" altLang="ko-KR" sz="1400" b="0" i="0" kern="1200" dirty="0">
                          <a:solidFill>
                            <a:schemeClr val="dk1"/>
                          </a:solidFill>
                          <a:effectLst/>
                          <a:latin typeface="맑은 고딕" panose="020B0503020000020004" pitchFamily="50" charset="-127"/>
                          <a:ea typeface="맑은 고딕" panose="020B0503020000020004" pitchFamily="50" charset="-127"/>
                          <a:cs typeface="+mn-cs"/>
                        </a:rPr>
                        <a:t>cv2.flip(</a:t>
                      </a:r>
                      <a:r>
                        <a:rPr lang="en-US" altLang="ko-KR" sz="1400" b="0" i="1" kern="1200" dirty="0" err="1">
                          <a:solidFill>
                            <a:schemeClr val="dk1"/>
                          </a:solidFill>
                          <a:effectLst/>
                          <a:latin typeface="맑은 고딕" panose="020B0503020000020004" pitchFamily="50" charset="-127"/>
                          <a:ea typeface="맑은 고딕" panose="020B0503020000020004" pitchFamily="50" charset="-127"/>
                          <a:cs typeface="+mn-cs"/>
                        </a:rPr>
                        <a:t>src</a:t>
                      </a:r>
                      <a:r>
                        <a:rPr lang="en-US" altLang="ko-KR" sz="1400" b="0" i="1" kern="1200" dirty="0">
                          <a:solidFill>
                            <a:schemeClr val="dk1"/>
                          </a:solidFill>
                          <a:effectLst/>
                          <a:latin typeface="맑은 고딕" panose="020B0503020000020004" pitchFamily="50" charset="-127"/>
                          <a:ea typeface="맑은 고딕" panose="020B0503020000020004" pitchFamily="50" charset="-127"/>
                          <a:cs typeface="+mn-cs"/>
                        </a:rPr>
                        <a:t>, </a:t>
                      </a:r>
                      <a:r>
                        <a:rPr lang="en-US" altLang="ko-KR" sz="1400" b="0" i="1" kern="1200" dirty="0" err="1">
                          <a:solidFill>
                            <a:schemeClr val="dk1"/>
                          </a:solidFill>
                          <a:effectLst/>
                          <a:latin typeface="맑은 고딕" panose="020B0503020000020004" pitchFamily="50" charset="-127"/>
                          <a:ea typeface="맑은 고딕" panose="020B0503020000020004" pitchFamily="50" charset="-127"/>
                          <a:cs typeface="+mn-cs"/>
                        </a:rPr>
                        <a:t>flipCode</a:t>
                      </a:r>
                      <a:r>
                        <a:rPr lang="en-US" altLang="ko-KR" sz="1400" b="0" i="1" kern="1200" dirty="0">
                          <a:solidFill>
                            <a:schemeClr val="dk1"/>
                          </a:solidFill>
                          <a:effectLst/>
                          <a:latin typeface="맑은 고딕" panose="020B0503020000020004" pitchFamily="50" charset="-127"/>
                          <a:ea typeface="맑은 고딕" panose="020B0503020000020004" pitchFamily="50" charset="-127"/>
                          <a:cs typeface="+mn-cs"/>
                        </a:rPr>
                        <a:t> [, </a:t>
                      </a:r>
                      <a:r>
                        <a:rPr lang="en-US" altLang="ko-KR" sz="1400" b="0" i="1" kern="1200" dirty="0" err="1">
                          <a:solidFill>
                            <a:schemeClr val="dk1"/>
                          </a:solidFill>
                          <a:effectLst/>
                          <a:latin typeface="맑은 고딕" panose="020B0503020000020004" pitchFamily="50" charset="-127"/>
                          <a:ea typeface="맑은 고딕" panose="020B0503020000020004" pitchFamily="50" charset="-127"/>
                          <a:cs typeface="+mn-cs"/>
                        </a:rPr>
                        <a:t>dst</a:t>
                      </a:r>
                      <a:r>
                        <a:rPr lang="en-US" altLang="ko-KR" sz="1400" b="0" i="1" kern="1200" dirty="0">
                          <a:solidFill>
                            <a:schemeClr val="dk1"/>
                          </a:solidFill>
                          <a:effectLst/>
                          <a:latin typeface="맑은 고딕" panose="020B0503020000020004" pitchFamily="50" charset="-127"/>
                          <a:ea typeface="맑은 고딕" panose="020B0503020000020004" pitchFamily="50" charset="-127"/>
                          <a:cs typeface="+mn-cs"/>
                        </a:rPr>
                        <a:t>]</a:t>
                      </a:r>
                      <a:r>
                        <a:rPr lang="en-US" altLang="ko-KR" sz="1400" b="0" i="0" kern="1200" dirty="0">
                          <a:solidFill>
                            <a:schemeClr val="dk1"/>
                          </a:solidFill>
                          <a:effectLst/>
                          <a:latin typeface="맑은 고딕" panose="020B0503020000020004" pitchFamily="50" charset="-127"/>
                          <a:ea typeface="맑은 고딕" panose="020B0503020000020004" pitchFamily="50" charset="-127"/>
                          <a:cs typeface="+mn-cs"/>
                        </a:rPr>
                        <a:t> )</a:t>
                      </a:r>
                      <a:endParaRPr lang="ko-KR" altLang="en-US" sz="1100" b="0" i="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대칭 이미지 구하기</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Numpy</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배열</a:t>
                      </a:r>
                      <a:endPar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이미지 파일</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latinLnBrk="1">
                        <a:buFontTx/>
                        <a:buNone/>
                      </a:pPr>
                      <a:r>
                        <a:rPr lang="en-US" altLang="ko-KR" sz="1200" dirty="0" err="1">
                          <a:solidFill>
                            <a:schemeClr val="tx1">
                              <a:lumMod val="65000"/>
                              <a:lumOff val="35000"/>
                            </a:schemeClr>
                          </a:solidFill>
                          <a:latin typeface="맑은 고딕" panose="020B0503020000020004" pitchFamily="50" charset="-127"/>
                          <a:ea typeface="맑은 고딕" panose="020B0503020000020004" pitchFamily="50" charset="-127"/>
                        </a:rPr>
                        <a:t>src</a:t>
                      </a:r>
                      <a:r>
                        <a:rPr lang="ko-KR" altLang="en-US" sz="12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en-US" altLang="ko-KR" sz="1200" dirty="0">
                          <a:solidFill>
                            <a:schemeClr val="tx1">
                              <a:lumMod val="65000"/>
                              <a:lumOff val="35000"/>
                            </a:schemeClr>
                          </a:solidFill>
                          <a:latin typeface="맑은 고딕" panose="020B0503020000020004" pitchFamily="50" charset="-127"/>
                          <a:ea typeface="맑은 고딕" panose="020B0503020000020004" pitchFamily="50" charset="-127"/>
                        </a:rPr>
                        <a:t>:</a:t>
                      </a:r>
                      <a:r>
                        <a:rPr lang="ko-KR" altLang="en-US" sz="1200" dirty="0">
                          <a:solidFill>
                            <a:schemeClr val="tx1">
                              <a:lumMod val="65000"/>
                              <a:lumOff val="35000"/>
                            </a:schemeClr>
                          </a:solidFill>
                          <a:latin typeface="맑은 고딕" panose="020B0503020000020004" pitchFamily="50" charset="-127"/>
                          <a:ea typeface="맑은 고딕" panose="020B0503020000020004" pitchFamily="50" charset="-127"/>
                        </a:rPr>
                        <a:t> 입력 배열</a:t>
                      </a:r>
                      <a:r>
                        <a:rPr lang="en-US" altLang="ko-KR" sz="1200" dirty="0">
                          <a:solidFill>
                            <a:schemeClr val="tx1">
                              <a:lumMod val="65000"/>
                              <a:lumOff val="35000"/>
                            </a:schemeClr>
                          </a:solidFill>
                          <a:latin typeface="맑은 고딕" panose="020B0503020000020004" pitchFamily="50" charset="-127"/>
                          <a:ea typeface="맑은 고딕" panose="020B0503020000020004" pitchFamily="50" charset="-127"/>
                        </a:rPr>
                        <a:t>(</a:t>
                      </a:r>
                      <a:r>
                        <a:rPr lang="ko-KR" altLang="en-US" sz="1200" dirty="0">
                          <a:solidFill>
                            <a:schemeClr val="tx1">
                              <a:lumMod val="65000"/>
                              <a:lumOff val="35000"/>
                            </a:schemeClr>
                          </a:solidFill>
                          <a:latin typeface="맑은 고딕" panose="020B0503020000020004" pitchFamily="50" charset="-127"/>
                          <a:ea typeface="맑은 고딕" panose="020B0503020000020004" pitchFamily="50" charset="-127"/>
                        </a:rPr>
                        <a:t>원 이미지</a:t>
                      </a:r>
                      <a:r>
                        <a:rPr lang="en-US" altLang="ko-KR" sz="1200" dirty="0">
                          <a:solidFill>
                            <a:schemeClr val="tx1">
                              <a:lumMod val="65000"/>
                              <a:lumOff val="35000"/>
                            </a:schemeClr>
                          </a:solidFill>
                          <a:latin typeface="맑은 고딕" panose="020B0503020000020004" pitchFamily="50" charset="-127"/>
                          <a:ea typeface="맑은 고딕" panose="020B0503020000020004" pitchFamily="50" charset="-127"/>
                        </a:rPr>
                        <a:t>)</a:t>
                      </a:r>
                    </a:p>
                    <a:p>
                      <a:pPr marL="0" indent="0" latinLnBrk="1">
                        <a:buFontTx/>
                        <a:buNone/>
                      </a:pPr>
                      <a:r>
                        <a:rPr lang="en-US" altLang="ko-KR" sz="1200" dirty="0" err="1">
                          <a:solidFill>
                            <a:schemeClr val="tx1">
                              <a:lumMod val="65000"/>
                              <a:lumOff val="35000"/>
                            </a:schemeClr>
                          </a:solidFill>
                          <a:latin typeface="맑은 고딕" panose="020B0503020000020004" pitchFamily="50" charset="-127"/>
                          <a:ea typeface="맑은 고딕" panose="020B0503020000020004" pitchFamily="50" charset="-127"/>
                        </a:rPr>
                        <a:t>flipCode</a:t>
                      </a:r>
                      <a:r>
                        <a:rPr lang="en-US" altLang="ko-KR" sz="1200" dirty="0">
                          <a:solidFill>
                            <a:schemeClr val="tx1">
                              <a:lumMod val="65000"/>
                              <a:lumOff val="35000"/>
                            </a:schemeClr>
                          </a:solidFill>
                          <a:latin typeface="맑은 고딕" panose="020B0503020000020004" pitchFamily="50" charset="-127"/>
                          <a:ea typeface="맑은 고딕" panose="020B0503020000020004" pitchFamily="50" charset="-127"/>
                        </a:rPr>
                        <a:t> : </a:t>
                      </a:r>
                      <a:r>
                        <a:rPr lang="ko-KR" altLang="en-US" sz="1200" dirty="0">
                          <a:solidFill>
                            <a:schemeClr val="tx1">
                              <a:lumMod val="65000"/>
                              <a:lumOff val="35000"/>
                            </a:schemeClr>
                          </a:solidFill>
                          <a:latin typeface="맑은 고딕" panose="020B0503020000020004" pitchFamily="50" charset="-127"/>
                          <a:ea typeface="맑은 고딕" panose="020B0503020000020004" pitchFamily="50" charset="-127"/>
                        </a:rPr>
                        <a:t>플립 방법</a:t>
                      </a:r>
                      <a:endParaRPr lang="en-US" altLang="ko-KR" sz="1200" dirty="0">
                        <a:solidFill>
                          <a:schemeClr val="tx1">
                            <a:lumMod val="65000"/>
                            <a:lumOff val="35000"/>
                          </a:schemeClr>
                        </a:solidFill>
                        <a:latin typeface="맑은 고딕" panose="020B0503020000020004" pitchFamily="50" charset="-127"/>
                        <a:ea typeface="맑은 고딕" panose="020B0503020000020004" pitchFamily="50" charset="-127"/>
                      </a:endParaRPr>
                    </a:p>
                    <a:p>
                      <a:pPr marL="0" indent="0" latinLnBrk="1">
                        <a:buFontTx/>
                        <a:buNone/>
                      </a:pPr>
                      <a:r>
                        <a:rPr lang="en-US" altLang="ko-KR" sz="1200" dirty="0">
                          <a:solidFill>
                            <a:srgbClr val="0070C0"/>
                          </a:solidFill>
                          <a:latin typeface="맑은 고딕" panose="020B0503020000020004" pitchFamily="50" charset="-127"/>
                          <a:ea typeface="맑은 고딕" panose="020B0503020000020004" pitchFamily="50" charset="-127"/>
                        </a:rPr>
                        <a:t>- 0 : x </a:t>
                      </a:r>
                      <a:r>
                        <a:rPr lang="ko-KR" altLang="en-US" sz="1200" dirty="0">
                          <a:solidFill>
                            <a:srgbClr val="0070C0"/>
                          </a:solidFill>
                          <a:latin typeface="맑은 고딕" panose="020B0503020000020004" pitchFamily="50" charset="-127"/>
                          <a:ea typeface="맑은 고딕" panose="020B0503020000020004" pitchFamily="50" charset="-127"/>
                        </a:rPr>
                        <a:t>축 기준</a:t>
                      </a:r>
                      <a:endParaRPr lang="en-US" altLang="ko-KR" sz="1200" dirty="0">
                        <a:solidFill>
                          <a:srgbClr val="0070C0"/>
                        </a:solidFill>
                        <a:latin typeface="맑은 고딕" panose="020B0503020000020004" pitchFamily="50" charset="-127"/>
                        <a:ea typeface="맑은 고딕" panose="020B0503020000020004" pitchFamily="50" charset="-127"/>
                      </a:endParaRPr>
                    </a:p>
                    <a:p>
                      <a:pPr marL="0" indent="0" latinLnBrk="1">
                        <a:buFontTx/>
                        <a:buNone/>
                      </a:pPr>
                      <a:r>
                        <a:rPr lang="en-US" altLang="ko-KR" sz="1200" dirty="0">
                          <a:solidFill>
                            <a:srgbClr val="0070C0"/>
                          </a:solidFill>
                          <a:latin typeface="맑은 고딕" panose="020B0503020000020004" pitchFamily="50" charset="-127"/>
                          <a:ea typeface="맑은 고딕" panose="020B0503020000020004" pitchFamily="50" charset="-127"/>
                        </a:rPr>
                        <a:t>- + :  y </a:t>
                      </a:r>
                      <a:r>
                        <a:rPr lang="ko-KR" altLang="en-US" sz="1200" dirty="0">
                          <a:solidFill>
                            <a:srgbClr val="0070C0"/>
                          </a:solidFill>
                          <a:latin typeface="맑은 고딕" panose="020B0503020000020004" pitchFamily="50" charset="-127"/>
                          <a:ea typeface="맑은 고딕" panose="020B0503020000020004" pitchFamily="50" charset="-127"/>
                        </a:rPr>
                        <a:t>축 기준</a:t>
                      </a:r>
                      <a:endParaRPr lang="en-US" altLang="ko-KR" sz="1200" dirty="0">
                        <a:solidFill>
                          <a:srgbClr val="0070C0"/>
                        </a:solidFill>
                        <a:latin typeface="맑은 고딕" panose="020B0503020000020004" pitchFamily="50" charset="-127"/>
                        <a:ea typeface="맑은 고딕" panose="020B0503020000020004" pitchFamily="50" charset="-127"/>
                      </a:endParaRPr>
                    </a:p>
                    <a:p>
                      <a:pPr marL="0" indent="0" latinLnBrk="1">
                        <a:buFontTx/>
                        <a:buNone/>
                      </a:pPr>
                      <a:r>
                        <a:rPr lang="en-US" altLang="ko-KR" sz="1200" dirty="0">
                          <a:solidFill>
                            <a:srgbClr val="0070C0"/>
                          </a:solidFill>
                          <a:latin typeface="맑은 고딕" panose="020B0503020000020004" pitchFamily="50" charset="-127"/>
                          <a:ea typeface="맑은 고딕" panose="020B0503020000020004" pitchFamily="50" charset="-127"/>
                        </a:rPr>
                        <a:t>- - : </a:t>
                      </a:r>
                      <a:r>
                        <a:rPr lang="ko-KR" altLang="en-US" sz="1200" dirty="0">
                          <a:solidFill>
                            <a:srgbClr val="0070C0"/>
                          </a:solidFill>
                          <a:latin typeface="맑은 고딕" panose="020B0503020000020004" pitchFamily="50" charset="-127"/>
                          <a:ea typeface="맑은 고딕" panose="020B0503020000020004" pitchFamily="50" charset="-127"/>
                        </a:rPr>
                        <a:t>양 축 </a:t>
                      </a:r>
                      <a:r>
                        <a:rPr lang="en-US" altLang="ko-KR" sz="1200" dirty="0">
                          <a:solidFill>
                            <a:srgbClr val="0070C0"/>
                          </a:solidFill>
                          <a:latin typeface="맑은 고딕" panose="020B0503020000020004" pitchFamily="50" charset="-127"/>
                          <a:ea typeface="맑은 고딕" panose="020B0503020000020004" pitchFamily="50" charset="-127"/>
                        </a:rPr>
                        <a:t>(x, y</a:t>
                      </a:r>
                      <a:r>
                        <a:rPr lang="ko-KR" altLang="en-US" sz="1200" dirty="0">
                          <a:solidFill>
                            <a:srgbClr val="0070C0"/>
                          </a:solidFill>
                          <a:latin typeface="맑은 고딕" panose="020B0503020000020004" pitchFamily="50" charset="-127"/>
                          <a:ea typeface="맑은 고딕" panose="020B0503020000020004" pitchFamily="50" charset="-127"/>
                        </a:rPr>
                        <a:t>축</a:t>
                      </a:r>
                      <a:r>
                        <a:rPr lang="en-US" altLang="ko-KR" sz="1200" dirty="0">
                          <a:solidFill>
                            <a:srgbClr val="0070C0"/>
                          </a:solidFill>
                          <a:latin typeface="맑은 고딕" panose="020B0503020000020004" pitchFamily="50" charset="-127"/>
                          <a:ea typeface="맑은 고딕" panose="020B0503020000020004" pitchFamily="50" charset="-127"/>
                        </a:rPr>
                        <a:t>) </a:t>
                      </a:r>
                      <a:r>
                        <a:rPr lang="ko-KR" altLang="en-US" sz="1200" dirty="0">
                          <a:solidFill>
                            <a:srgbClr val="0070C0"/>
                          </a:solidFill>
                          <a:latin typeface="맑은 고딕" panose="020B0503020000020004" pitchFamily="50" charset="-127"/>
                          <a:ea typeface="맑은 고딕" panose="020B0503020000020004" pitchFamily="50" charset="-127"/>
                        </a:rPr>
                        <a:t>기준</a:t>
                      </a:r>
                      <a:endParaRPr lang="en-US" altLang="ko-KR" sz="1200" dirty="0">
                        <a:solidFill>
                          <a:srgbClr val="0070C0"/>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41805936"/>
                  </a:ext>
                </a:extLst>
              </a:tr>
              <a:tr h="576320">
                <a:tc>
                  <a:txBody>
                    <a:bodyPr/>
                    <a:lstStyle/>
                    <a:p>
                      <a:pPr latinLnBrk="1"/>
                      <a:r>
                        <a:rPr lang="en-US" altLang="ko-KR" sz="1400" b="0" i="0" kern="1200" dirty="0">
                          <a:solidFill>
                            <a:schemeClr val="dk1"/>
                          </a:solidFill>
                          <a:effectLst/>
                          <a:latin typeface="맑은 고딕" panose="020B0503020000020004" pitchFamily="50" charset="-127"/>
                          <a:ea typeface="맑은 고딕" panose="020B0503020000020004" pitchFamily="50" charset="-127"/>
                          <a:cs typeface="+mn-cs"/>
                        </a:rPr>
                        <a:t>cv2.cvtcolor(</a:t>
                      </a:r>
                      <a:r>
                        <a:rPr lang="en-US" altLang="ko-KR" sz="1400" b="0" i="1" kern="1200" dirty="0" err="1">
                          <a:solidFill>
                            <a:schemeClr val="dk1"/>
                          </a:solidFill>
                          <a:effectLst/>
                          <a:latin typeface="맑은 고딕" panose="020B0503020000020004" pitchFamily="50" charset="-127"/>
                          <a:ea typeface="맑은 고딕" panose="020B0503020000020004" pitchFamily="50" charset="-127"/>
                          <a:cs typeface="+mn-cs"/>
                        </a:rPr>
                        <a:t>src</a:t>
                      </a:r>
                      <a:r>
                        <a:rPr lang="en-US" altLang="ko-KR" sz="1400" b="0" i="1" kern="1200" dirty="0">
                          <a:solidFill>
                            <a:schemeClr val="dk1"/>
                          </a:solidFill>
                          <a:effectLst/>
                          <a:latin typeface="맑은 고딕" panose="020B0503020000020004" pitchFamily="50" charset="-127"/>
                          <a:ea typeface="맑은 고딕" panose="020B0503020000020004" pitchFamily="50" charset="-127"/>
                          <a:cs typeface="+mn-cs"/>
                        </a:rPr>
                        <a:t>, code, </a:t>
                      </a:r>
                      <a:r>
                        <a:rPr lang="en-US" altLang="ko-KR" sz="1400" b="0" i="1" kern="1200" dirty="0" err="1">
                          <a:solidFill>
                            <a:schemeClr val="dk1"/>
                          </a:solidFill>
                          <a:effectLst/>
                          <a:latin typeface="맑은 고딕" panose="020B0503020000020004" pitchFamily="50" charset="-127"/>
                          <a:ea typeface="맑은 고딕" panose="020B0503020000020004" pitchFamily="50" charset="-127"/>
                          <a:cs typeface="+mn-cs"/>
                        </a:rPr>
                        <a:t>dstCn</a:t>
                      </a:r>
                      <a:r>
                        <a:rPr lang="en-US" altLang="ko-KR" sz="1400" b="0" i="0" kern="1200" dirty="0">
                          <a:solidFill>
                            <a:schemeClr val="dk1"/>
                          </a:solidFill>
                          <a:effectLst/>
                          <a:latin typeface="맑은 고딕" panose="020B0503020000020004" pitchFamily="50" charset="-127"/>
                          <a:ea typeface="맑은 고딕" panose="020B0503020000020004" pitchFamily="50" charset="-127"/>
                          <a:cs typeface="+mn-cs"/>
                        </a:rPr>
                        <a:t>)</a:t>
                      </a:r>
                      <a:endParaRPr lang="ko-KR" altLang="en-US" sz="1100" b="0" i="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이미지 색상 변환</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Numpy</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배열</a:t>
                      </a:r>
                      <a:endPar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이미지 파일</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latinLnBrk="1">
                        <a:buFontTx/>
                        <a:buNone/>
                      </a:pPr>
                      <a:r>
                        <a:rPr lang="en-US" altLang="ko-KR" sz="1200" dirty="0" err="1">
                          <a:solidFill>
                            <a:schemeClr val="tx1">
                              <a:lumMod val="65000"/>
                              <a:lumOff val="35000"/>
                            </a:schemeClr>
                          </a:solidFill>
                          <a:latin typeface="맑은 고딕" panose="020B0503020000020004" pitchFamily="50" charset="-127"/>
                          <a:ea typeface="맑은 고딕" panose="020B0503020000020004" pitchFamily="50" charset="-127"/>
                        </a:rPr>
                        <a:t>src</a:t>
                      </a:r>
                      <a:r>
                        <a:rPr lang="ko-KR" altLang="en-US" sz="12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en-US" altLang="ko-KR" sz="1200" dirty="0">
                          <a:solidFill>
                            <a:schemeClr val="tx1">
                              <a:lumMod val="65000"/>
                              <a:lumOff val="35000"/>
                            </a:schemeClr>
                          </a:solidFill>
                          <a:latin typeface="맑은 고딕" panose="020B0503020000020004" pitchFamily="50" charset="-127"/>
                          <a:ea typeface="맑은 고딕" panose="020B0503020000020004" pitchFamily="50" charset="-127"/>
                        </a:rPr>
                        <a:t>:</a:t>
                      </a:r>
                      <a:r>
                        <a:rPr lang="ko-KR" altLang="en-US" sz="1200" dirty="0">
                          <a:solidFill>
                            <a:schemeClr val="tx1">
                              <a:lumMod val="65000"/>
                              <a:lumOff val="35000"/>
                            </a:schemeClr>
                          </a:solidFill>
                          <a:latin typeface="맑은 고딕" panose="020B0503020000020004" pitchFamily="50" charset="-127"/>
                          <a:ea typeface="맑은 고딕" panose="020B0503020000020004" pitchFamily="50" charset="-127"/>
                        </a:rPr>
                        <a:t> 입력배열</a:t>
                      </a:r>
                      <a:r>
                        <a:rPr lang="en-US" altLang="ko-KR" sz="1200" dirty="0">
                          <a:solidFill>
                            <a:schemeClr val="tx1">
                              <a:lumMod val="65000"/>
                              <a:lumOff val="35000"/>
                            </a:schemeClr>
                          </a:solidFill>
                          <a:latin typeface="맑은 고딕" panose="020B0503020000020004" pitchFamily="50" charset="-127"/>
                          <a:ea typeface="맑은 고딕" panose="020B0503020000020004" pitchFamily="50" charset="-127"/>
                        </a:rPr>
                        <a:t>(</a:t>
                      </a:r>
                      <a:r>
                        <a:rPr lang="ko-KR" altLang="en-US" sz="1200" dirty="0">
                          <a:solidFill>
                            <a:schemeClr val="tx1">
                              <a:lumMod val="65000"/>
                              <a:lumOff val="35000"/>
                            </a:schemeClr>
                          </a:solidFill>
                          <a:latin typeface="맑은 고딕" panose="020B0503020000020004" pitchFamily="50" charset="-127"/>
                          <a:ea typeface="맑은 고딕" panose="020B0503020000020004" pitchFamily="50" charset="-127"/>
                        </a:rPr>
                        <a:t>원본 이미지</a:t>
                      </a:r>
                      <a:r>
                        <a:rPr lang="en-US" altLang="ko-KR" sz="1200" dirty="0">
                          <a:solidFill>
                            <a:schemeClr val="tx1">
                              <a:lumMod val="65000"/>
                              <a:lumOff val="35000"/>
                            </a:schemeClr>
                          </a:solidFill>
                          <a:latin typeface="맑은 고딕" panose="020B0503020000020004" pitchFamily="50" charset="-127"/>
                          <a:ea typeface="맑은 고딕" panose="020B0503020000020004" pitchFamily="50" charset="-127"/>
                        </a:rPr>
                        <a:t>)</a:t>
                      </a:r>
                    </a:p>
                    <a:p>
                      <a:pPr marL="0" indent="0" latinLnBrk="1">
                        <a:buFontTx/>
                        <a:buNone/>
                      </a:pPr>
                      <a:r>
                        <a:rPr lang="en-US" altLang="ko-KR" sz="1200" dirty="0">
                          <a:solidFill>
                            <a:schemeClr val="tx1">
                              <a:lumMod val="65000"/>
                              <a:lumOff val="35000"/>
                            </a:schemeClr>
                          </a:solidFill>
                          <a:latin typeface="맑은 고딕" panose="020B0503020000020004" pitchFamily="50" charset="-127"/>
                          <a:ea typeface="맑은 고딕" panose="020B0503020000020004" pitchFamily="50" charset="-127"/>
                        </a:rPr>
                        <a:t>code : </a:t>
                      </a:r>
                      <a:r>
                        <a:rPr lang="ko-KR" altLang="en-US" sz="1200" dirty="0">
                          <a:solidFill>
                            <a:schemeClr val="tx1">
                              <a:lumMod val="65000"/>
                              <a:lumOff val="35000"/>
                            </a:schemeClr>
                          </a:solidFill>
                          <a:latin typeface="맑은 고딕" panose="020B0503020000020004" pitchFamily="50" charset="-127"/>
                          <a:ea typeface="맑은 고딕" panose="020B0503020000020004" pitchFamily="50" charset="-127"/>
                        </a:rPr>
                        <a:t>색상 변환코드</a:t>
                      </a:r>
                      <a:endParaRPr lang="en-US" altLang="ko-KR" sz="1200" dirty="0">
                        <a:solidFill>
                          <a:schemeClr val="tx1">
                            <a:lumMod val="65000"/>
                            <a:lumOff val="35000"/>
                          </a:schemeClr>
                        </a:solidFill>
                        <a:latin typeface="맑은 고딕" panose="020B0503020000020004" pitchFamily="50" charset="-127"/>
                        <a:ea typeface="맑은 고딕" panose="020B0503020000020004" pitchFamily="50" charset="-127"/>
                      </a:endParaRPr>
                    </a:p>
                    <a:p>
                      <a:pPr marL="0" indent="0" latinLnBrk="1">
                        <a:buFontTx/>
                        <a:buNone/>
                      </a:pPr>
                      <a:r>
                        <a:rPr lang="en-US" altLang="ko-KR" sz="1200" dirty="0">
                          <a:solidFill>
                            <a:srgbClr val="0070C0"/>
                          </a:solidFill>
                          <a:latin typeface="맑은 고딕" panose="020B0503020000020004" pitchFamily="50" charset="-127"/>
                          <a:ea typeface="맑은 고딕" panose="020B0503020000020004" pitchFamily="50" charset="-127"/>
                        </a:rPr>
                        <a:t>- BGR : Blue, Green, Red </a:t>
                      </a:r>
                      <a:r>
                        <a:rPr lang="ko-KR" altLang="en-US" sz="1200" dirty="0">
                          <a:solidFill>
                            <a:srgbClr val="0070C0"/>
                          </a:solidFill>
                          <a:latin typeface="맑은 고딕" panose="020B0503020000020004" pitchFamily="50" charset="-127"/>
                          <a:ea typeface="맑은 고딕" panose="020B0503020000020004" pitchFamily="50" charset="-127"/>
                        </a:rPr>
                        <a:t>컬러</a:t>
                      </a:r>
                      <a:endParaRPr lang="en-US" altLang="ko-KR" sz="1200" dirty="0">
                        <a:solidFill>
                          <a:srgbClr val="0070C0"/>
                        </a:solidFill>
                        <a:latin typeface="맑은 고딕" panose="020B0503020000020004" pitchFamily="50" charset="-127"/>
                        <a:ea typeface="맑은 고딕" panose="020B0503020000020004" pitchFamily="50" charset="-127"/>
                      </a:endParaRPr>
                    </a:p>
                    <a:p>
                      <a:pPr marL="0" indent="0" latinLnBrk="1">
                        <a:buFontTx/>
                        <a:buNone/>
                      </a:pPr>
                      <a:r>
                        <a:rPr lang="en-US" altLang="ko-KR" sz="1200" dirty="0">
                          <a:solidFill>
                            <a:srgbClr val="0070C0"/>
                          </a:solidFill>
                          <a:latin typeface="맑은 고딕" panose="020B0503020000020004" pitchFamily="50" charset="-127"/>
                          <a:ea typeface="맑은 고딕" panose="020B0503020000020004" pitchFamily="50" charset="-127"/>
                        </a:rPr>
                        <a:t>- GRAY</a:t>
                      </a:r>
                      <a:r>
                        <a:rPr lang="ko-KR" altLang="en-US" sz="1200" dirty="0">
                          <a:solidFill>
                            <a:srgbClr val="0070C0"/>
                          </a:solidFill>
                          <a:latin typeface="맑은 고딕" panose="020B0503020000020004" pitchFamily="50" charset="-127"/>
                          <a:ea typeface="맑은 고딕" panose="020B0503020000020004" pitchFamily="50" charset="-127"/>
                        </a:rPr>
                        <a:t> </a:t>
                      </a:r>
                      <a:r>
                        <a:rPr lang="en-US" altLang="ko-KR" sz="1200" dirty="0">
                          <a:solidFill>
                            <a:srgbClr val="0070C0"/>
                          </a:solidFill>
                          <a:latin typeface="맑은 고딕" panose="020B0503020000020004" pitchFamily="50" charset="-127"/>
                          <a:ea typeface="맑은 고딕" panose="020B0503020000020004" pitchFamily="50" charset="-127"/>
                        </a:rPr>
                        <a:t>: </a:t>
                      </a:r>
                      <a:r>
                        <a:rPr lang="ko-KR" altLang="en-US" sz="1200" dirty="0">
                          <a:solidFill>
                            <a:srgbClr val="0070C0"/>
                          </a:solidFill>
                          <a:latin typeface="맑은 고딕" panose="020B0503020000020004" pitchFamily="50" charset="-127"/>
                          <a:ea typeface="맑은 고딕" panose="020B0503020000020004" pitchFamily="50" charset="-127"/>
                        </a:rPr>
                        <a:t>단일</a:t>
                      </a:r>
                      <a:r>
                        <a:rPr lang="en-US" altLang="ko-KR" sz="1200" dirty="0">
                          <a:solidFill>
                            <a:srgbClr val="0070C0"/>
                          </a:solidFill>
                          <a:latin typeface="맑은 고딕" panose="020B0503020000020004" pitchFamily="50" charset="-127"/>
                          <a:ea typeface="맑은 고딕" panose="020B0503020000020004" pitchFamily="50" charset="-127"/>
                        </a:rPr>
                        <a:t> </a:t>
                      </a:r>
                      <a:r>
                        <a:rPr lang="ko-KR" altLang="en-US" sz="1200" dirty="0">
                          <a:solidFill>
                            <a:srgbClr val="0070C0"/>
                          </a:solidFill>
                          <a:latin typeface="맑은 고딕" panose="020B0503020000020004" pitchFamily="50" charset="-127"/>
                          <a:ea typeface="맑은 고딕" panose="020B0503020000020004" pitchFamily="50" charset="-127"/>
                        </a:rPr>
                        <a:t>채널</a:t>
                      </a:r>
                      <a:r>
                        <a:rPr lang="en-US" altLang="ko-KR" sz="1200" dirty="0">
                          <a:solidFill>
                            <a:srgbClr val="0070C0"/>
                          </a:solidFill>
                          <a:latin typeface="맑은 고딕" panose="020B0503020000020004" pitchFamily="50" charset="-127"/>
                          <a:ea typeface="맑은 고딕" panose="020B0503020000020004" pitchFamily="50" charset="-127"/>
                        </a:rPr>
                        <a:t>(</a:t>
                      </a:r>
                      <a:r>
                        <a:rPr lang="ko-KR" altLang="en-US" sz="1200" dirty="0">
                          <a:solidFill>
                            <a:srgbClr val="0070C0"/>
                          </a:solidFill>
                          <a:latin typeface="맑은 고딕" panose="020B0503020000020004" pitchFamily="50" charset="-127"/>
                          <a:ea typeface="맑은 고딕" panose="020B0503020000020004" pitchFamily="50" charset="-127"/>
                        </a:rPr>
                        <a:t>흑백 이미지</a:t>
                      </a:r>
                      <a:r>
                        <a:rPr lang="en-US" altLang="ko-KR" sz="1200" dirty="0">
                          <a:solidFill>
                            <a:srgbClr val="0070C0"/>
                          </a:solidFill>
                          <a:latin typeface="맑은 고딕" panose="020B0503020000020004" pitchFamily="50" charset="-127"/>
                          <a:ea typeface="맑은 고딕" panose="020B0503020000020004" pitchFamily="50" charset="-127"/>
                        </a:rPr>
                        <a:t>)</a:t>
                      </a:r>
                    </a:p>
                    <a:p>
                      <a:pPr marL="0" indent="0" latinLnBrk="1">
                        <a:buFontTx/>
                        <a:buNone/>
                      </a:pPr>
                      <a:r>
                        <a:rPr lang="en-US" altLang="ko-KR" sz="1200" dirty="0">
                          <a:solidFill>
                            <a:srgbClr val="0070C0"/>
                          </a:solidFill>
                          <a:latin typeface="맑은 고딕" panose="020B0503020000020004" pitchFamily="50" charset="-127"/>
                          <a:ea typeface="맑은 고딕" panose="020B0503020000020004" pitchFamily="50" charset="-127"/>
                        </a:rPr>
                        <a:t>- BGR2GRAY : </a:t>
                      </a:r>
                      <a:r>
                        <a:rPr lang="ko-KR" altLang="en-US" sz="1200" dirty="0">
                          <a:solidFill>
                            <a:srgbClr val="0070C0"/>
                          </a:solidFill>
                          <a:latin typeface="맑은 고딕" panose="020B0503020000020004" pitchFamily="50" charset="-127"/>
                          <a:ea typeface="맑은 고딕" panose="020B0503020000020004" pitchFamily="50" charset="-127"/>
                        </a:rPr>
                        <a:t>컬러를 흑백으로 </a:t>
                      </a:r>
                      <a:endParaRPr lang="en-US" altLang="ko-KR" sz="1200" dirty="0">
                        <a:solidFill>
                          <a:srgbClr val="0070C0"/>
                        </a:solidFill>
                        <a:latin typeface="맑은 고딕" panose="020B0503020000020004" pitchFamily="50" charset="-127"/>
                        <a:ea typeface="맑은 고딕" panose="020B0503020000020004" pitchFamily="50" charset="-127"/>
                      </a:endParaRPr>
                    </a:p>
                    <a:p>
                      <a:pPr marL="0" indent="0" latinLnBrk="1">
                        <a:buFontTx/>
                        <a:buNone/>
                      </a:pPr>
                      <a:r>
                        <a:rPr lang="en-US" altLang="ko-KR" sz="1200" dirty="0">
                          <a:solidFill>
                            <a:srgbClr val="0070C0"/>
                          </a:solidFill>
                          <a:latin typeface="맑은 고딕" panose="020B0503020000020004" pitchFamily="50" charset="-127"/>
                          <a:ea typeface="맑은 고딕" panose="020B0503020000020004" pitchFamily="50" charset="-127"/>
                        </a:rPr>
                        <a:t>- …</a:t>
                      </a:r>
                    </a:p>
                    <a:p>
                      <a:pPr marL="0" indent="0" latinLnBrk="1">
                        <a:buFontTx/>
                        <a:buNone/>
                      </a:pPr>
                      <a:r>
                        <a:rPr lang="en-US" altLang="ko-KR" sz="1200" dirty="0" err="1">
                          <a:solidFill>
                            <a:schemeClr val="tx1">
                              <a:lumMod val="65000"/>
                              <a:lumOff val="35000"/>
                            </a:schemeClr>
                          </a:solidFill>
                          <a:latin typeface="맑은 고딕" panose="020B0503020000020004" pitchFamily="50" charset="-127"/>
                          <a:ea typeface="맑은 고딕" panose="020B0503020000020004" pitchFamily="50" charset="-127"/>
                        </a:rPr>
                        <a:t>dstCn</a:t>
                      </a:r>
                      <a:r>
                        <a:rPr lang="en-US" altLang="ko-KR" sz="1200" dirty="0">
                          <a:solidFill>
                            <a:schemeClr val="tx1">
                              <a:lumMod val="65000"/>
                              <a:lumOff val="35000"/>
                            </a:schemeClr>
                          </a:solidFill>
                          <a:latin typeface="맑은 고딕" panose="020B0503020000020004" pitchFamily="50" charset="-127"/>
                          <a:ea typeface="맑은 고딕" panose="020B0503020000020004" pitchFamily="50" charset="-127"/>
                        </a:rPr>
                        <a:t> : </a:t>
                      </a:r>
                      <a:r>
                        <a:rPr lang="ko-KR" altLang="en-US" sz="1200" dirty="0">
                          <a:solidFill>
                            <a:schemeClr val="tx1">
                              <a:lumMod val="65000"/>
                              <a:lumOff val="35000"/>
                            </a:schemeClr>
                          </a:solidFill>
                          <a:latin typeface="맑은 고딕" panose="020B0503020000020004" pitchFamily="50" charset="-127"/>
                          <a:ea typeface="맑은 고딕" panose="020B0503020000020004" pitchFamily="50" charset="-127"/>
                        </a:rPr>
                        <a:t>출력 채널</a:t>
                      </a:r>
                      <a:endParaRPr lang="en-US" altLang="ko-KR" sz="12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6698236"/>
                  </a:ext>
                </a:extLst>
              </a:tr>
              <a:tr h="432240">
                <a:tc>
                  <a:txBody>
                    <a:bodyPr/>
                    <a:lstStyle/>
                    <a:p>
                      <a:pPr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cv2.vconcat(img1, img2)</a:t>
                      </a:r>
                    </a:p>
                    <a:p>
                      <a:pPr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cv2.hconcat(img1, img2)</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이미지</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붙이기</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Numpy</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배열</a:t>
                      </a:r>
                      <a:endPar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이미지 파일</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latinLnBrk="1">
                        <a:buFontTx/>
                        <a:buNone/>
                      </a:pPr>
                      <a:r>
                        <a:rPr lang="en-US" altLang="ko-KR" sz="1200" dirty="0">
                          <a:solidFill>
                            <a:schemeClr val="tx1">
                              <a:lumMod val="65000"/>
                              <a:lumOff val="35000"/>
                            </a:schemeClr>
                          </a:solidFill>
                          <a:latin typeface="맑은 고딕" panose="020B0503020000020004" pitchFamily="50" charset="-127"/>
                          <a:ea typeface="맑은 고딕" panose="020B0503020000020004" pitchFamily="50" charset="-127"/>
                        </a:rPr>
                        <a:t>img1,</a:t>
                      </a:r>
                      <a:r>
                        <a:rPr lang="ko-KR" altLang="en-US" sz="12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en-US" altLang="ko-KR" sz="1200" dirty="0">
                          <a:solidFill>
                            <a:schemeClr val="tx1">
                              <a:lumMod val="65000"/>
                              <a:lumOff val="35000"/>
                            </a:schemeClr>
                          </a:solidFill>
                          <a:latin typeface="맑은 고딕" panose="020B0503020000020004" pitchFamily="50" charset="-127"/>
                          <a:ea typeface="맑은 고딕" panose="020B0503020000020004" pitchFamily="50" charset="-127"/>
                        </a:rPr>
                        <a:t>img2</a:t>
                      </a:r>
                      <a:r>
                        <a:rPr lang="ko-KR" altLang="en-US" sz="12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en-US" altLang="ko-KR" sz="1200" dirty="0">
                          <a:solidFill>
                            <a:schemeClr val="tx1">
                              <a:lumMod val="65000"/>
                              <a:lumOff val="35000"/>
                            </a:schemeClr>
                          </a:solidFill>
                          <a:latin typeface="맑은 고딕" panose="020B0503020000020004" pitchFamily="50" charset="-127"/>
                          <a:ea typeface="맑은 고딕" panose="020B0503020000020004" pitchFamily="50" charset="-127"/>
                        </a:rPr>
                        <a:t>:</a:t>
                      </a:r>
                      <a:r>
                        <a:rPr lang="ko-KR" altLang="en-US" sz="1200" dirty="0">
                          <a:solidFill>
                            <a:schemeClr val="tx1">
                              <a:lumMod val="65000"/>
                              <a:lumOff val="35000"/>
                            </a:schemeClr>
                          </a:solidFill>
                          <a:latin typeface="맑은 고딕" panose="020B0503020000020004" pitchFamily="50" charset="-127"/>
                          <a:ea typeface="맑은 고딕" panose="020B0503020000020004" pitchFamily="50" charset="-127"/>
                        </a:rPr>
                        <a:t> 원본 이미지</a:t>
                      </a:r>
                      <a:endParaRPr lang="en-US" altLang="ko-KR" sz="12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50058030"/>
                  </a:ext>
                </a:extLst>
              </a:tr>
              <a:tr h="288160">
                <a:tc>
                  <a:txBody>
                    <a:bodyPr/>
                    <a:lstStyle/>
                    <a:p>
                      <a:pPr latinLnBrk="1"/>
                      <a:r>
                        <a:rPr lang="en-US" altLang="ko-KR" sz="1400" b="0" dirty="0" err="1">
                          <a:solidFill>
                            <a:schemeClr val="tx1">
                              <a:lumMod val="65000"/>
                              <a:lumOff val="35000"/>
                            </a:schemeClr>
                          </a:solidFill>
                          <a:latin typeface="맑은 고딕" panose="020B0503020000020004" pitchFamily="50" charset="-127"/>
                          <a:ea typeface="맑은 고딕" panose="020B0503020000020004" pitchFamily="50" charset="-127"/>
                        </a:rPr>
                        <a:t>imageCopy</a:t>
                      </a:r>
                      <a:r>
                        <a:rPr lang="en-US" altLang="ko-KR" sz="1400" b="0" dirty="0">
                          <a:solidFill>
                            <a:schemeClr val="tx1">
                              <a:lumMod val="65000"/>
                              <a:lumOff val="35000"/>
                            </a:schemeClr>
                          </a:solidFill>
                          <a:latin typeface="맑은 고딕" panose="020B0503020000020004" pitchFamily="50" charset="-127"/>
                          <a:ea typeface="맑은 고딕" panose="020B0503020000020004" pitchFamily="50" charset="-127"/>
                        </a:rPr>
                        <a:t> =</a:t>
                      </a:r>
                      <a:r>
                        <a:rPr lang="en-US" altLang="ko-KR" sz="1400" b="0" i="0" kern="1200" dirty="0">
                          <a:solidFill>
                            <a:schemeClr val="tx1">
                              <a:lumMod val="65000"/>
                              <a:lumOff val="35000"/>
                            </a:schemeClr>
                          </a:solidFill>
                          <a:effectLst/>
                          <a:latin typeface="맑은 고딕" panose="020B0503020000020004" pitchFamily="50" charset="-127"/>
                          <a:ea typeface="맑은 고딕" panose="020B0503020000020004" pitchFamily="50" charset="-127"/>
                          <a:cs typeface="+mn-cs"/>
                        </a:rPr>
                        <a:t> </a:t>
                      </a:r>
                      <a:r>
                        <a:rPr lang="en-US" altLang="ko-KR" sz="1400" b="0" i="0" kern="1200" dirty="0" err="1">
                          <a:solidFill>
                            <a:schemeClr val="tx1">
                              <a:lumMod val="65000"/>
                              <a:lumOff val="35000"/>
                            </a:schemeClr>
                          </a:solidFill>
                          <a:effectLst/>
                          <a:latin typeface="맑은 고딕" panose="020B0503020000020004" pitchFamily="50" charset="-127"/>
                          <a:ea typeface="맑은 고딕" panose="020B0503020000020004" pitchFamily="50" charset="-127"/>
                          <a:cs typeface="+mn-cs"/>
                        </a:rPr>
                        <a:t>src</a:t>
                      </a:r>
                      <a:r>
                        <a:rPr lang="en-US" altLang="ko-KR" sz="1400" b="0" dirty="0" err="1">
                          <a:solidFill>
                            <a:schemeClr val="tx1">
                              <a:lumMod val="65000"/>
                              <a:lumOff val="35000"/>
                            </a:schemeClr>
                          </a:solidFill>
                          <a:latin typeface="맑은 고딕" panose="020B0503020000020004" pitchFamily="50" charset="-127"/>
                          <a:ea typeface="맑은 고딕" panose="020B0503020000020004" pitchFamily="50" charset="-127"/>
                        </a:rPr>
                        <a:t>.copy</a:t>
                      </a:r>
                      <a:r>
                        <a:rPr lang="en-US" altLang="ko-KR" sz="1400" b="0" dirty="0">
                          <a:solidFill>
                            <a:schemeClr val="tx1">
                              <a:lumMod val="65000"/>
                              <a:lumOff val="35000"/>
                            </a:schemeClr>
                          </a:solidFill>
                          <a:latin typeface="맑은 고딕" panose="020B0503020000020004" pitchFamily="50" charset="-127"/>
                          <a:ea typeface="맑은 고딕" panose="020B0503020000020004" pitchFamily="50" charset="-127"/>
                        </a:rPr>
                        <a:t>()</a:t>
                      </a:r>
                      <a:endParaRPr lang="ko-KR" altLang="en-US" sz="1400" b="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이미지</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복사</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Numpy</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배열</a:t>
                      </a:r>
                      <a:endPar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이미지 파일</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dirty="0" err="1">
                          <a:solidFill>
                            <a:schemeClr val="tx1">
                              <a:lumMod val="65000"/>
                              <a:lumOff val="35000"/>
                            </a:schemeClr>
                          </a:solidFill>
                          <a:latin typeface="맑은 고딕" panose="020B0503020000020004" pitchFamily="50" charset="-127"/>
                          <a:ea typeface="맑은 고딕" panose="020B0503020000020004" pitchFamily="50" charset="-127"/>
                        </a:rPr>
                        <a:t>src</a:t>
                      </a:r>
                      <a:r>
                        <a:rPr lang="ko-KR" altLang="en-US" sz="12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en-US" altLang="ko-KR" sz="1200" dirty="0">
                          <a:solidFill>
                            <a:schemeClr val="tx1">
                              <a:lumMod val="65000"/>
                              <a:lumOff val="35000"/>
                            </a:schemeClr>
                          </a:solidFill>
                          <a:latin typeface="맑은 고딕" panose="020B0503020000020004" pitchFamily="50" charset="-127"/>
                          <a:ea typeface="맑은 고딕" panose="020B0503020000020004" pitchFamily="50" charset="-127"/>
                        </a:rPr>
                        <a:t>:</a:t>
                      </a:r>
                      <a:r>
                        <a:rPr lang="ko-KR" altLang="en-US" sz="1200" dirty="0">
                          <a:solidFill>
                            <a:schemeClr val="tx1">
                              <a:lumMod val="65000"/>
                              <a:lumOff val="35000"/>
                            </a:schemeClr>
                          </a:solidFill>
                          <a:latin typeface="맑은 고딕" panose="020B0503020000020004" pitchFamily="50" charset="-127"/>
                          <a:ea typeface="맑은 고딕" panose="020B0503020000020004" pitchFamily="50" charset="-127"/>
                        </a:rPr>
                        <a:t> 입력배열</a:t>
                      </a:r>
                      <a:r>
                        <a:rPr lang="en-US" altLang="ko-KR" sz="1200" dirty="0">
                          <a:solidFill>
                            <a:schemeClr val="tx1">
                              <a:lumMod val="65000"/>
                              <a:lumOff val="35000"/>
                            </a:schemeClr>
                          </a:solidFill>
                          <a:latin typeface="맑은 고딕" panose="020B0503020000020004" pitchFamily="50" charset="-127"/>
                          <a:ea typeface="맑은 고딕" panose="020B0503020000020004" pitchFamily="50" charset="-127"/>
                        </a:rPr>
                        <a:t>(</a:t>
                      </a:r>
                      <a:r>
                        <a:rPr lang="ko-KR" altLang="en-US" sz="1200" dirty="0">
                          <a:solidFill>
                            <a:schemeClr val="tx1">
                              <a:lumMod val="65000"/>
                              <a:lumOff val="35000"/>
                            </a:schemeClr>
                          </a:solidFill>
                          <a:latin typeface="맑은 고딕" panose="020B0503020000020004" pitchFamily="50" charset="-127"/>
                          <a:ea typeface="맑은 고딕" panose="020B0503020000020004" pitchFamily="50" charset="-127"/>
                        </a:rPr>
                        <a:t>원본 이미지</a:t>
                      </a:r>
                      <a:r>
                        <a:rPr lang="en-US" altLang="ko-KR" sz="1200" dirty="0">
                          <a:solidFill>
                            <a:schemeClr val="tx1">
                              <a:lumMod val="65000"/>
                              <a:lumOff val="35000"/>
                            </a:schemeClr>
                          </a:solidFill>
                          <a:latin typeface="맑은 고딕" panose="020B0503020000020004" pitchFamily="50" charset="-127"/>
                          <a:ea typeface="맑은 고딕" panose="020B0503020000020004" pitchFamily="50" charset="-127"/>
                        </a:rPr>
                        <a:t>)</a:t>
                      </a: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23884412"/>
                  </a:ext>
                </a:extLst>
              </a:tr>
              <a:tr h="144080">
                <a:tc>
                  <a:txBody>
                    <a:bodyPr/>
                    <a:lstStyle/>
                    <a:p>
                      <a:pPr latinLnBrk="1"/>
                      <a:r>
                        <a:rPr lang="en-US" altLang="ko-KR" sz="1400" b="0" kern="1200" dirty="0" err="1">
                          <a:solidFill>
                            <a:schemeClr val="tx1">
                              <a:lumMod val="65000"/>
                              <a:lumOff val="35000"/>
                            </a:schemeClr>
                          </a:solidFill>
                          <a:effectLst/>
                          <a:latin typeface="맑은 고딕" panose="020B0503020000020004" pitchFamily="50" charset="-127"/>
                          <a:ea typeface="맑은 고딕" panose="020B0503020000020004" pitchFamily="50" charset="-127"/>
                          <a:cs typeface="+mn-cs"/>
                        </a:rPr>
                        <a:t>dst</a:t>
                      </a:r>
                      <a:r>
                        <a:rPr lang="en-US" altLang="ko-KR" sz="1400" b="0" dirty="0">
                          <a:solidFill>
                            <a:schemeClr val="tx1">
                              <a:lumMod val="65000"/>
                              <a:lumOff val="35000"/>
                            </a:schemeClr>
                          </a:solidFill>
                          <a:latin typeface="맑은 고딕" panose="020B0503020000020004" pitchFamily="50" charset="-127"/>
                          <a:ea typeface="맑은 고딕" panose="020B0503020000020004" pitchFamily="50" charset="-127"/>
                        </a:rPr>
                        <a:t> </a:t>
                      </a:r>
                      <a:r>
                        <a:rPr lang="en-US" altLang="ko-KR" sz="1400" b="0" kern="1200" dirty="0">
                          <a:solidFill>
                            <a:schemeClr val="tx1">
                              <a:lumMod val="65000"/>
                              <a:lumOff val="35000"/>
                            </a:schemeClr>
                          </a:solidFill>
                          <a:effectLst/>
                          <a:latin typeface="맑은 고딕" panose="020B0503020000020004" pitchFamily="50" charset="-127"/>
                          <a:ea typeface="맑은 고딕" panose="020B0503020000020004" pitchFamily="50" charset="-127"/>
                          <a:cs typeface="+mn-cs"/>
                        </a:rPr>
                        <a:t>=</a:t>
                      </a:r>
                      <a:r>
                        <a:rPr lang="en-US" altLang="ko-KR" sz="1400" b="0" dirty="0">
                          <a:solidFill>
                            <a:schemeClr val="tx1">
                              <a:lumMod val="65000"/>
                              <a:lumOff val="35000"/>
                            </a:schemeClr>
                          </a:solidFill>
                          <a:latin typeface="맑은 고딕" panose="020B0503020000020004" pitchFamily="50" charset="-127"/>
                          <a:ea typeface="맑은 고딕" panose="020B0503020000020004" pitchFamily="50" charset="-127"/>
                        </a:rPr>
                        <a:t> </a:t>
                      </a:r>
                      <a:r>
                        <a:rPr lang="en-US" altLang="ko-KR" sz="1400" b="0" kern="1200" dirty="0" err="1">
                          <a:solidFill>
                            <a:schemeClr val="tx1">
                              <a:lumMod val="65000"/>
                              <a:lumOff val="35000"/>
                            </a:schemeClr>
                          </a:solidFill>
                          <a:effectLst/>
                          <a:latin typeface="맑은 고딕" panose="020B0503020000020004" pitchFamily="50" charset="-127"/>
                          <a:ea typeface="맑은 고딕" panose="020B0503020000020004" pitchFamily="50" charset="-127"/>
                          <a:cs typeface="+mn-cs"/>
                        </a:rPr>
                        <a:t>src</a:t>
                      </a:r>
                      <a:r>
                        <a:rPr lang="en-US" altLang="ko-KR" sz="1400" b="0" kern="1200" dirty="0">
                          <a:solidFill>
                            <a:schemeClr val="tx1">
                              <a:lumMod val="65000"/>
                              <a:lumOff val="35000"/>
                            </a:schemeClr>
                          </a:solidFill>
                          <a:effectLst/>
                          <a:latin typeface="맑은 고딕" panose="020B0503020000020004" pitchFamily="50" charset="-127"/>
                          <a:ea typeface="맑은 고딕" panose="020B0503020000020004" pitchFamily="50" charset="-127"/>
                          <a:cs typeface="+mn-cs"/>
                        </a:rPr>
                        <a:t>[</a:t>
                      </a:r>
                      <a:r>
                        <a:rPr lang="en-US" altLang="ko-KR" sz="1400" b="0" kern="1200" dirty="0" err="1">
                          <a:solidFill>
                            <a:schemeClr val="tx1">
                              <a:lumMod val="65000"/>
                              <a:lumOff val="35000"/>
                            </a:schemeClr>
                          </a:solidFill>
                          <a:effectLst/>
                          <a:latin typeface="맑은 고딕" panose="020B0503020000020004" pitchFamily="50" charset="-127"/>
                          <a:ea typeface="맑은 고딕" panose="020B0503020000020004" pitchFamily="50" charset="-127"/>
                          <a:cs typeface="+mn-cs"/>
                        </a:rPr>
                        <a:t>ystart:yend</a:t>
                      </a:r>
                      <a:r>
                        <a:rPr lang="en-US" altLang="ko-KR" sz="1400" b="0" kern="1200" dirty="0">
                          <a:solidFill>
                            <a:schemeClr val="tx1">
                              <a:lumMod val="65000"/>
                              <a:lumOff val="35000"/>
                            </a:schemeClr>
                          </a:solidFill>
                          <a:effectLst/>
                          <a:latin typeface="맑은 고딕" panose="020B0503020000020004" pitchFamily="50" charset="-127"/>
                          <a:ea typeface="맑은 고딕" panose="020B0503020000020004" pitchFamily="50" charset="-127"/>
                          <a:cs typeface="+mn-cs"/>
                        </a:rPr>
                        <a:t>,</a:t>
                      </a:r>
                      <a:r>
                        <a:rPr lang="ko-KR" altLang="en-US" sz="1400" b="0" kern="1200" dirty="0">
                          <a:solidFill>
                            <a:schemeClr val="tx1">
                              <a:lumMod val="65000"/>
                              <a:lumOff val="35000"/>
                            </a:schemeClr>
                          </a:solidFill>
                          <a:effectLst/>
                          <a:latin typeface="맑은 고딕" panose="020B0503020000020004" pitchFamily="50" charset="-127"/>
                          <a:ea typeface="맑은 고딕" panose="020B0503020000020004" pitchFamily="50" charset="-127"/>
                          <a:cs typeface="+mn-cs"/>
                        </a:rPr>
                        <a:t> </a:t>
                      </a:r>
                      <a:r>
                        <a:rPr lang="en-US" altLang="ko-KR" sz="1400" b="0" kern="1200" dirty="0" err="1">
                          <a:solidFill>
                            <a:schemeClr val="tx1">
                              <a:lumMod val="65000"/>
                              <a:lumOff val="35000"/>
                            </a:schemeClr>
                          </a:solidFill>
                          <a:effectLst/>
                          <a:latin typeface="맑은 고딕" panose="020B0503020000020004" pitchFamily="50" charset="-127"/>
                          <a:ea typeface="맑은 고딕" panose="020B0503020000020004" pitchFamily="50" charset="-127"/>
                          <a:cs typeface="+mn-cs"/>
                        </a:rPr>
                        <a:t>xstart:xend</a:t>
                      </a:r>
                      <a:r>
                        <a:rPr lang="en-US" altLang="ko-KR" sz="1400" b="0" kern="1200" dirty="0">
                          <a:solidFill>
                            <a:schemeClr val="tx1">
                              <a:lumMod val="65000"/>
                              <a:lumOff val="35000"/>
                            </a:schemeClr>
                          </a:solidFill>
                          <a:effectLst/>
                          <a:latin typeface="맑은 고딕" panose="020B0503020000020004" pitchFamily="50" charset="-127"/>
                          <a:ea typeface="맑은 고딕" panose="020B0503020000020004" pitchFamily="50" charset="-127"/>
                          <a:cs typeface="+mn-cs"/>
                        </a:rPr>
                        <a:t>].copy()</a:t>
                      </a:r>
                      <a:endParaRPr lang="ko-KR" altLang="en-US" sz="1400" b="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이미지 자르기</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Numpy</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배열</a:t>
                      </a:r>
                      <a:endPar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이미지 파일</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200" dirty="0" err="1">
                          <a:solidFill>
                            <a:schemeClr val="tx1">
                              <a:lumMod val="65000"/>
                              <a:lumOff val="35000"/>
                            </a:schemeClr>
                          </a:solidFill>
                          <a:latin typeface="맑은 고딕" panose="020B0503020000020004" pitchFamily="50" charset="-127"/>
                          <a:ea typeface="맑은 고딕" panose="020B0503020000020004" pitchFamily="50" charset="-127"/>
                        </a:rPr>
                        <a:t>src</a:t>
                      </a:r>
                      <a:r>
                        <a:rPr lang="ko-KR" altLang="en-US" sz="12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en-US" altLang="ko-KR" sz="1200" dirty="0">
                          <a:solidFill>
                            <a:schemeClr val="tx1">
                              <a:lumMod val="65000"/>
                              <a:lumOff val="35000"/>
                            </a:schemeClr>
                          </a:solidFill>
                          <a:latin typeface="맑은 고딕" panose="020B0503020000020004" pitchFamily="50" charset="-127"/>
                          <a:ea typeface="맑은 고딕" panose="020B0503020000020004" pitchFamily="50" charset="-127"/>
                        </a:rPr>
                        <a:t>:</a:t>
                      </a:r>
                      <a:r>
                        <a:rPr lang="ko-KR" altLang="en-US" sz="1200" dirty="0">
                          <a:solidFill>
                            <a:schemeClr val="tx1">
                              <a:lumMod val="65000"/>
                              <a:lumOff val="35000"/>
                            </a:schemeClr>
                          </a:solidFill>
                          <a:latin typeface="맑은 고딕" panose="020B0503020000020004" pitchFamily="50" charset="-127"/>
                          <a:ea typeface="맑은 고딕" panose="020B0503020000020004" pitchFamily="50" charset="-127"/>
                        </a:rPr>
                        <a:t> 입력배열</a:t>
                      </a:r>
                      <a:r>
                        <a:rPr lang="en-US" altLang="ko-KR" sz="1200" dirty="0">
                          <a:solidFill>
                            <a:schemeClr val="tx1">
                              <a:lumMod val="65000"/>
                              <a:lumOff val="35000"/>
                            </a:schemeClr>
                          </a:solidFill>
                          <a:latin typeface="맑은 고딕" panose="020B0503020000020004" pitchFamily="50" charset="-127"/>
                          <a:ea typeface="맑은 고딕" panose="020B0503020000020004" pitchFamily="50" charset="-127"/>
                        </a:rPr>
                        <a:t>(</a:t>
                      </a:r>
                      <a:r>
                        <a:rPr lang="ko-KR" altLang="en-US" sz="1200" dirty="0">
                          <a:solidFill>
                            <a:schemeClr val="tx1">
                              <a:lumMod val="65000"/>
                              <a:lumOff val="35000"/>
                            </a:schemeClr>
                          </a:solidFill>
                          <a:latin typeface="맑은 고딕" panose="020B0503020000020004" pitchFamily="50" charset="-127"/>
                          <a:ea typeface="맑은 고딕" panose="020B0503020000020004" pitchFamily="50" charset="-127"/>
                        </a:rPr>
                        <a:t>원본 이미지</a:t>
                      </a:r>
                      <a:r>
                        <a:rPr lang="en-US" altLang="ko-KR" sz="1200" dirty="0">
                          <a:solidFill>
                            <a:schemeClr val="tx1">
                              <a:lumMod val="65000"/>
                              <a:lumOff val="35000"/>
                            </a:schemeClr>
                          </a:solidFill>
                          <a:latin typeface="맑은 고딕" panose="020B0503020000020004" pitchFamily="50" charset="-127"/>
                          <a:ea typeface="맑은 고딕" panose="020B0503020000020004" pitchFamily="50" charset="-127"/>
                        </a:rPr>
                        <a:t>)</a:t>
                      </a:r>
                    </a:p>
                    <a:p>
                      <a:pPr marL="0" indent="0" latinLnBrk="1">
                        <a:buFontTx/>
                        <a:buNone/>
                      </a:pPr>
                      <a:r>
                        <a:rPr lang="en-US" altLang="ko-KR" sz="1200" dirty="0" err="1">
                          <a:solidFill>
                            <a:schemeClr val="tx1">
                              <a:lumMod val="65000"/>
                              <a:lumOff val="35000"/>
                            </a:schemeClr>
                          </a:solidFill>
                          <a:latin typeface="맑은 고딕" panose="020B0503020000020004" pitchFamily="50" charset="-127"/>
                          <a:ea typeface="맑은 고딕" panose="020B0503020000020004" pitchFamily="50" charset="-127"/>
                        </a:rPr>
                        <a:t>ystart,yend,xstart,xend</a:t>
                      </a:r>
                      <a:r>
                        <a:rPr lang="en-US" altLang="ko-KR" sz="1200" dirty="0">
                          <a:solidFill>
                            <a:schemeClr val="tx1">
                              <a:lumMod val="65000"/>
                              <a:lumOff val="35000"/>
                            </a:schemeClr>
                          </a:solidFill>
                          <a:latin typeface="맑은 고딕" panose="020B0503020000020004" pitchFamily="50" charset="-127"/>
                          <a:ea typeface="맑은 고딕" panose="020B0503020000020004" pitchFamily="50" charset="-127"/>
                        </a:rPr>
                        <a:t> : </a:t>
                      </a:r>
                      <a:r>
                        <a:rPr lang="ko-KR" altLang="en-US" sz="1200" dirty="0">
                          <a:solidFill>
                            <a:schemeClr val="tx1">
                              <a:lumMod val="65000"/>
                              <a:lumOff val="35000"/>
                            </a:schemeClr>
                          </a:solidFill>
                          <a:latin typeface="맑은 고딕" panose="020B0503020000020004" pitchFamily="50" charset="-127"/>
                          <a:ea typeface="맑은 고딕" panose="020B0503020000020004" pitchFamily="50" charset="-127"/>
                        </a:rPr>
                        <a:t>시작점</a:t>
                      </a:r>
                      <a:r>
                        <a:rPr lang="en-US" altLang="ko-KR" sz="12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200" dirty="0">
                          <a:solidFill>
                            <a:schemeClr val="tx1">
                              <a:lumMod val="65000"/>
                              <a:lumOff val="35000"/>
                            </a:schemeClr>
                          </a:solidFill>
                          <a:latin typeface="맑은 고딕" panose="020B0503020000020004" pitchFamily="50" charset="-127"/>
                          <a:ea typeface="맑은 고딕" panose="020B0503020000020004" pitchFamily="50" charset="-127"/>
                        </a:rPr>
                        <a:t>끝점</a:t>
                      </a:r>
                      <a:endParaRPr lang="en-US" altLang="ko-KR" sz="12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27904205"/>
                  </a:ext>
                </a:extLst>
              </a:tr>
            </a:tbl>
          </a:graphicData>
        </a:graphic>
      </p:graphicFrame>
    </p:spTree>
    <p:extLst>
      <p:ext uri="{BB962C8B-B14F-4D97-AF65-F5344CB8AC3E}">
        <p14:creationId xmlns:p14="http://schemas.microsoft.com/office/powerpoint/2010/main" val="3811276575"/>
      </p:ext>
    </p:extLst>
  </p:cSld>
  <p:clrMapOvr>
    <a:masterClrMapping/>
  </p:clrMapOvr>
  <p:transition>
    <p:diamon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037208F-980E-3549-D20A-9E50C9F9C6CD}"/>
              </a:ext>
            </a:extLst>
          </p:cNvPr>
          <p:cNvSpPr>
            <a:spLocks noGrp="1"/>
          </p:cNvSpPr>
          <p:nvPr>
            <p:ph type="title"/>
          </p:nvPr>
        </p:nvSpPr>
        <p:spPr/>
        <p:txBody>
          <a:bodyPr/>
          <a:lstStyle/>
          <a:p>
            <a:r>
              <a:rPr lang="en-US" altLang="ko-KR" dirty="0"/>
              <a:t>OpenCV </a:t>
            </a:r>
            <a:r>
              <a:rPr lang="ko-KR" altLang="en-US" dirty="0"/>
              <a:t>기본 함수</a:t>
            </a:r>
          </a:p>
        </p:txBody>
      </p:sp>
      <p:sp>
        <p:nvSpPr>
          <p:cNvPr id="4" name="슬라이드 번호 개체 틀 3">
            <a:extLst>
              <a:ext uri="{FF2B5EF4-FFF2-40B4-BE49-F238E27FC236}">
                <a16:creationId xmlns:a16="http://schemas.microsoft.com/office/drawing/2014/main" id="{F53632C4-B2F5-15E4-A718-191247645C75}"/>
              </a:ext>
            </a:extLst>
          </p:cNvPr>
          <p:cNvSpPr>
            <a:spLocks noGrp="1"/>
          </p:cNvSpPr>
          <p:nvPr>
            <p:ph type="sldNum" sz="quarter" idx="10"/>
          </p:nvPr>
        </p:nvSpPr>
        <p:spPr/>
        <p:txBody>
          <a:bodyPr/>
          <a:lstStyle/>
          <a:p>
            <a:fld id="{0662DF40-CD95-4196-B16C-EF23877BEF64}" type="slidenum">
              <a:rPr lang="en-US" altLang="ko-KR" smtClean="0"/>
              <a:pPr/>
              <a:t>20</a:t>
            </a:fld>
            <a:endParaRPr lang="en-US" altLang="ko-KR"/>
          </a:p>
        </p:txBody>
      </p:sp>
      <p:graphicFrame>
        <p:nvGraphicFramePr>
          <p:cNvPr id="6" name="표 5">
            <a:extLst>
              <a:ext uri="{FF2B5EF4-FFF2-40B4-BE49-F238E27FC236}">
                <a16:creationId xmlns:a16="http://schemas.microsoft.com/office/drawing/2014/main" id="{CE2EE7C8-1987-AA21-CD2E-1E84B7D330FC}"/>
              </a:ext>
            </a:extLst>
          </p:cNvPr>
          <p:cNvGraphicFramePr>
            <a:graphicFrameLocks noGrp="1"/>
          </p:cNvGraphicFramePr>
          <p:nvPr>
            <p:extLst>
              <p:ext uri="{D42A27DB-BD31-4B8C-83A1-F6EECF244321}">
                <p14:modId xmlns:p14="http://schemas.microsoft.com/office/powerpoint/2010/main" val="453276778"/>
              </p:ext>
            </p:extLst>
          </p:nvPr>
        </p:nvGraphicFramePr>
        <p:xfrm>
          <a:off x="119062" y="1148736"/>
          <a:ext cx="8928099" cy="2280264"/>
        </p:xfrm>
        <a:graphic>
          <a:graphicData uri="http://schemas.openxmlformats.org/drawingml/2006/table">
            <a:tbl>
              <a:tblPr firstRow="1" bandRow="1">
                <a:tableStyleId>{5C22544A-7EE6-4342-B048-85BDC9FD1C3A}</a:tableStyleId>
              </a:tblPr>
              <a:tblGrid>
                <a:gridCol w="2652738">
                  <a:extLst>
                    <a:ext uri="{9D8B030D-6E8A-4147-A177-3AD203B41FA5}">
                      <a16:colId xmlns:a16="http://schemas.microsoft.com/office/drawing/2014/main" val="1542221480"/>
                    </a:ext>
                  </a:extLst>
                </a:gridCol>
                <a:gridCol w="1451272">
                  <a:extLst>
                    <a:ext uri="{9D8B030D-6E8A-4147-A177-3AD203B41FA5}">
                      <a16:colId xmlns:a16="http://schemas.microsoft.com/office/drawing/2014/main" val="3692679926"/>
                    </a:ext>
                  </a:extLst>
                </a:gridCol>
                <a:gridCol w="1728192">
                  <a:extLst>
                    <a:ext uri="{9D8B030D-6E8A-4147-A177-3AD203B41FA5}">
                      <a16:colId xmlns:a16="http://schemas.microsoft.com/office/drawing/2014/main" val="1893711446"/>
                    </a:ext>
                  </a:extLst>
                </a:gridCol>
                <a:gridCol w="3095897">
                  <a:extLst>
                    <a:ext uri="{9D8B030D-6E8A-4147-A177-3AD203B41FA5}">
                      <a16:colId xmlns:a16="http://schemas.microsoft.com/office/drawing/2014/main" val="2196734869"/>
                    </a:ext>
                  </a:extLst>
                </a:gridCol>
              </a:tblGrid>
              <a:tr h="315223">
                <a:tc>
                  <a:txBody>
                    <a:bodyPr/>
                    <a:lstStyle/>
                    <a:p>
                      <a:pPr algn="ct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함수</a:t>
                      </a: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기능</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반환형</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파라미터</a:t>
                      </a: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04433512"/>
                  </a:ext>
                </a:extLst>
              </a:tr>
              <a:tr h="1965041">
                <a:tc>
                  <a:txBody>
                    <a:bodyPr/>
                    <a:lstStyle/>
                    <a:p>
                      <a:pPr latinLnBrk="1"/>
                      <a:r>
                        <a:rPr lang="en-US" altLang="ko-KR" sz="1400" b="0" i="0" kern="1200" dirty="0">
                          <a:solidFill>
                            <a:schemeClr val="dk1"/>
                          </a:solidFill>
                          <a:effectLst/>
                          <a:latin typeface="맑은 고딕" panose="020B0503020000020004" pitchFamily="50" charset="-127"/>
                          <a:ea typeface="맑은 고딕" panose="020B0503020000020004" pitchFamily="50" charset="-127"/>
                          <a:cs typeface="+mn-cs"/>
                        </a:rPr>
                        <a:t>cv2.resize(</a:t>
                      </a:r>
                      <a:r>
                        <a:rPr lang="en-US" altLang="ko-KR" sz="1400" b="0" i="1" kern="1200" dirty="0">
                          <a:solidFill>
                            <a:schemeClr val="dk1"/>
                          </a:solidFill>
                          <a:effectLst/>
                          <a:latin typeface="맑은 고딕" panose="020B0503020000020004" pitchFamily="50" charset="-127"/>
                          <a:ea typeface="맑은 고딕" panose="020B0503020000020004" pitchFamily="50" charset="-127"/>
                          <a:cs typeface="+mn-cs"/>
                        </a:rPr>
                        <a:t>image</a:t>
                      </a:r>
                      <a:r>
                        <a:rPr lang="en-US" altLang="ko-KR" sz="1400" b="0" i="0" kern="1200" dirty="0">
                          <a:solidFill>
                            <a:schemeClr val="dk1"/>
                          </a:solidFill>
                          <a:effectLst/>
                          <a:latin typeface="맑은 고딕" panose="020B0503020000020004" pitchFamily="50" charset="-127"/>
                          <a:ea typeface="맑은 고딕" panose="020B0503020000020004" pitchFamily="50" charset="-127"/>
                          <a:cs typeface="+mn-cs"/>
                        </a:rPr>
                        <a:t>, </a:t>
                      </a:r>
                      <a:r>
                        <a:rPr lang="en-US" altLang="ko-KR" sz="1400" b="0" i="1" kern="1200" dirty="0" err="1">
                          <a:solidFill>
                            <a:schemeClr val="dk1"/>
                          </a:solidFill>
                          <a:effectLst/>
                          <a:latin typeface="맑은 고딕" panose="020B0503020000020004" pitchFamily="50" charset="-127"/>
                          <a:ea typeface="맑은 고딕" panose="020B0503020000020004" pitchFamily="50" charset="-127"/>
                          <a:cs typeface="+mn-cs"/>
                        </a:rPr>
                        <a:t>dsize</a:t>
                      </a:r>
                      <a:r>
                        <a:rPr lang="en-US" altLang="ko-KR" sz="1400" b="0" i="0" kern="1200" dirty="0">
                          <a:solidFill>
                            <a:schemeClr val="dk1"/>
                          </a:solidFill>
                          <a:effectLst/>
                          <a:latin typeface="맑은 고딕" panose="020B0503020000020004" pitchFamily="50" charset="-127"/>
                          <a:ea typeface="맑은 고딕" panose="020B0503020000020004" pitchFamily="50" charset="-127"/>
                          <a:cs typeface="+mn-cs"/>
                        </a:rPr>
                        <a:t>, </a:t>
                      </a:r>
                      <a:r>
                        <a:rPr lang="en-US" altLang="ko-KR" sz="1400" b="0" i="1" kern="1200" dirty="0" err="1">
                          <a:solidFill>
                            <a:schemeClr val="dk1"/>
                          </a:solidFill>
                          <a:effectLst/>
                          <a:latin typeface="맑은 고딕" panose="020B0503020000020004" pitchFamily="50" charset="-127"/>
                          <a:ea typeface="맑은 고딕" panose="020B0503020000020004" pitchFamily="50" charset="-127"/>
                          <a:cs typeface="+mn-cs"/>
                        </a:rPr>
                        <a:t>dst</a:t>
                      </a:r>
                      <a:r>
                        <a:rPr lang="en-US" altLang="ko-KR" sz="1400" b="0" i="1" kern="1200" dirty="0">
                          <a:solidFill>
                            <a:schemeClr val="dk1"/>
                          </a:solidFill>
                          <a:effectLst/>
                          <a:latin typeface="맑은 고딕" panose="020B0503020000020004" pitchFamily="50" charset="-127"/>
                          <a:ea typeface="맑은 고딕" panose="020B0503020000020004" pitchFamily="50" charset="-127"/>
                          <a:cs typeface="+mn-cs"/>
                        </a:rPr>
                        <a:t>=None</a:t>
                      </a:r>
                      <a:r>
                        <a:rPr lang="en-US" altLang="ko-KR" sz="1400" b="0" i="0" kern="1200" dirty="0">
                          <a:solidFill>
                            <a:schemeClr val="dk1"/>
                          </a:solidFill>
                          <a:effectLst/>
                          <a:latin typeface="맑은 고딕" panose="020B0503020000020004" pitchFamily="50" charset="-127"/>
                          <a:ea typeface="맑은 고딕" panose="020B0503020000020004" pitchFamily="50" charset="-127"/>
                          <a:cs typeface="+mn-cs"/>
                        </a:rPr>
                        <a:t>, </a:t>
                      </a:r>
                      <a:r>
                        <a:rPr lang="en-US" altLang="ko-KR" sz="1400" b="0" i="1" kern="1200" dirty="0" err="1">
                          <a:solidFill>
                            <a:schemeClr val="dk1"/>
                          </a:solidFill>
                          <a:effectLst/>
                          <a:latin typeface="맑은 고딕" panose="020B0503020000020004" pitchFamily="50" charset="-127"/>
                          <a:ea typeface="맑은 고딕" panose="020B0503020000020004" pitchFamily="50" charset="-127"/>
                          <a:cs typeface="+mn-cs"/>
                        </a:rPr>
                        <a:t>fx</a:t>
                      </a:r>
                      <a:r>
                        <a:rPr lang="en-US" altLang="ko-KR" sz="1400" b="0" i="1" kern="1200" dirty="0">
                          <a:solidFill>
                            <a:schemeClr val="dk1"/>
                          </a:solidFill>
                          <a:effectLst/>
                          <a:latin typeface="맑은 고딕" panose="020B0503020000020004" pitchFamily="50" charset="-127"/>
                          <a:ea typeface="맑은 고딕" panose="020B0503020000020004" pitchFamily="50" charset="-127"/>
                          <a:cs typeface="+mn-cs"/>
                        </a:rPr>
                        <a:t>=None</a:t>
                      </a:r>
                      <a:r>
                        <a:rPr lang="en-US" altLang="ko-KR" sz="1400" b="0" i="0" kern="1200" dirty="0">
                          <a:solidFill>
                            <a:schemeClr val="dk1"/>
                          </a:solidFill>
                          <a:effectLst/>
                          <a:latin typeface="맑은 고딕" panose="020B0503020000020004" pitchFamily="50" charset="-127"/>
                          <a:ea typeface="맑은 고딕" panose="020B0503020000020004" pitchFamily="50" charset="-127"/>
                          <a:cs typeface="+mn-cs"/>
                        </a:rPr>
                        <a:t>, </a:t>
                      </a:r>
                      <a:r>
                        <a:rPr lang="en-US" altLang="ko-KR" sz="1400" b="0" i="1" kern="1200" dirty="0" err="1">
                          <a:solidFill>
                            <a:schemeClr val="dk1"/>
                          </a:solidFill>
                          <a:effectLst/>
                          <a:latin typeface="맑은 고딕" panose="020B0503020000020004" pitchFamily="50" charset="-127"/>
                          <a:ea typeface="맑은 고딕" panose="020B0503020000020004" pitchFamily="50" charset="-127"/>
                          <a:cs typeface="+mn-cs"/>
                        </a:rPr>
                        <a:t>fy</a:t>
                      </a:r>
                      <a:r>
                        <a:rPr lang="en-US" altLang="ko-KR" sz="1400" b="0" i="1" kern="1200" dirty="0">
                          <a:solidFill>
                            <a:schemeClr val="dk1"/>
                          </a:solidFill>
                          <a:effectLst/>
                          <a:latin typeface="맑은 고딕" panose="020B0503020000020004" pitchFamily="50" charset="-127"/>
                          <a:ea typeface="맑은 고딕" panose="020B0503020000020004" pitchFamily="50" charset="-127"/>
                          <a:cs typeface="+mn-cs"/>
                        </a:rPr>
                        <a:t>=None</a:t>
                      </a:r>
                      <a:r>
                        <a:rPr lang="en-US" altLang="ko-KR" sz="1400" b="0" i="0" kern="1200" dirty="0">
                          <a:solidFill>
                            <a:schemeClr val="dk1"/>
                          </a:solidFill>
                          <a:effectLst/>
                          <a:latin typeface="맑은 고딕" panose="020B0503020000020004" pitchFamily="50" charset="-127"/>
                          <a:ea typeface="맑은 고딕" panose="020B0503020000020004" pitchFamily="50" charset="-127"/>
                          <a:cs typeface="+mn-cs"/>
                        </a:rPr>
                        <a:t>, </a:t>
                      </a:r>
                      <a:r>
                        <a:rPr lang="en-US" altLang="ko-KR" sz="1400" b="0" i="1" kern="1200" dirty="0">
                          <a:solidFill>
                            <a:schemeClr val="dk1"/>
                          </a:solidFill>
                          <a:effectLst/>
                          <a:latin typeface="맑은 고딕" panose="020B0503020000020004" pitchFamily="50" charset="-127"/>
                          <a:ea typeface="맑은 고딕" panose="020B0503020000020004" pitchFamily="50" charset="-127"/>
                          <a:cs typeface="+mn-cs"/>
                        </a:rPr>
                        <a:t>interpolation=None</a:t>
                      </a:r>
                      <a:r>
                        <a:rPr lang="en-US" altLang="ko-KR" sz="1400" b="0" i="0" kern="1200" dirty="0">
                          <a:solidFill>
                            <a:schemeClr val="dk1"/>
                          </a:solidFill>
                          <a:effectLst/>
                          <a:latin typeface="맑은 고딕" panose="020B0503020000020004" pitchFamily="50" charset="-127"/>
                          <a:ea typeface="맑은 고딕" panose="020B0503020000020004" pitchFamily="50" charset="-127"/>
                          <a:cs typeface="+mn-cs"/>
                        </a:rPr>
                        <a:t>)</a:t>
                      </a:r>
                      <a:endParaRPr lang="ko-KR" altLang="en-US" sz="1400" b="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영상 크기 변환</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Numpy</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배열</a:t>
                      </a:r>
                      <a:endPar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이미지 파일</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image :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원본</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이미지</a:t>
                      </a:r>
                      <a:endPar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endParaRPr>
                    </a:p>
                    <a:p>
                      <a:pPr latinLnBrk="1"/>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dsize</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결과영상 크기 </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(w, h)</a:t>
                      </a:r>
                    </a:p>
                    <a:p>
                      <a:pPr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Org :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왼쪽 하단 좌표</a:t>
                      </a:r>
                      <a:endPar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endParaRPr>
                    </a:p>
                    <a:p>
                      <a:pPr latinLnBrk="1"/>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fx</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fy</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스케일</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비율</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dzixe</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=(0,0)</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일 때</a:t>
                      </a:r>
                      <a:endPar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endParaRPr>
                    </a:p>
                    <a:p>
                      <a:pPr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Interpolation : </a:t>
                      </a:r>
                      <a:r>
                        <a:rPr lang="ko-KR" altLang="en-US" sz="1400" dirty="0" err="1">
                          <a:solidFill>
                            <a:schemeClr val="tx1">
                              <a:lumMod val="65000"/>
                              <a:lumOff val="35000"/>
                            </a:schemeClr>
                          </a:solidFill>
                          <a:latin typeface="맑은 고딕" panose="020B0503020000020004" pitchFamily="50" charset="-127"/>
                          <a:ea typeface="맑은 고딕" panose="020B0503020000020004" pitchFamily="50" charset="-127"/>
                        </a:rPr>
                        <a:t>보간법</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기본값은 </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cv2.INTER_LINEAR</a:t>
                      </a:r>
                      <a:endParaRPr lang="en-US" altLang="ko-KR" sz="1200" dirty="0">
                        <a:solidFill>
                          <a:srgbClr val="0070C0"/>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36394901"/>
                  </a:ext>
                </a:extLst>
              </a:tr>
            </a:tbl>
          </a:graphicData>
        </a:graphic>
      </p:graphicFrame>
    </p:spTree>
    <p:extLst>
      <p:ext uri="{BB962C8B-B14F-4D97-AF65-F5344CB8AC3E}">
        <p14:creationId xmlns:p14="http://schemas.microsoft.com/office/powerpoint/2010/main" val="25901958"/>
      </p:ext>
    </p:extLst>
  </p:cSld>
  <p:clrMapOvr>
    <a:masterClrMapping/>
  </p:clrMapOvr>
  <p:transition>
    <p:diamon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037208F-980E-3549-D20A-9E50C9F9C6CD}"/>
              </a:ext>
            </a:extLst>
          </p:cNvPr>
          <p:cNvSpPr>
            <a:spLocks noGrp="1"/>
          </p:cNvSpPr>
          <p:nvPr>
            <p:ph type="title"/>
          </p:nvPr>
        </p:nvSpPr>
        <p:spPr/>
        <p:txBody>
          <a:bodyPr/>
          <a:lstStyle/>
          <a:p>
            <a:r>
              <a:rPr lang="en-US" altLang="ko-KR" dirty="0" err="1"/>
              <a:t>Numpy</a:t>
            </a:r>
            <a:r>
              <a:rPr lang="en-US" altLang="ko-KR" dirty="0"/>
              <a:t>(</a:t>
            </a:r>
            <a:r>
              <a:rPr lang="ko-KR" altLang="en-US" dirty="0" err="1"/>
              <a:t>넘파이</a:t>
            </a:r>
            <a:r>
              <a:rPr lang="en-US" altLang="ko-KR" dirty="0"/>
              <a:t>)</a:t>
            </a:r>
            <a:endParaRPr lang="ko-KR" altLang="en-US" dirty="0"/>
          </a:p>
        </p:txBody>
      </p:sp>
      <p:sp>
        <p:nvSpPr>
          <p:cNvPr id="7" name="내용 개체 틀 6">
            <a:extLst>
              <a:ext uri="{FF2B5EF4-FFF2-40B4-BE49-F238E27FC236}">
                <a16:creationId xmlns:a16="http://schemas.microsoft.com/office/drawing/2014/main" id="{9FBC2239-1A5C-2AF2-1C18-045518DE7327}"/>
              </a:ext>
            </a:extLst>
          </p:cNvPr>
          <p:cNvSpPr>
            <a:spLocks noGrp="1"/>
          </p:cNvSpPr>
          <p:nvPr>
            <p:ph idx="1"/>
          </p:nvPr>
        </p:nvSpPr>
        <p:spPr/>
        <p:txBody>
          <a:bodyPr/>
          <a:lstStyle/>
          <a:p>
            <a:r>
              <a:rPr lang="en-US" altLang="ko-KR" dirty="0" err="1"/>
              <a:t>Numpy</a:t>
            </a:r>
            <a:endParaRPr lang="en-US" altLang="ko-KR" dirty="0"/>
          </a:p>
          <a:p>
            <a:pPr lvl="1"/>
            <a:r>
              <a:rPr lang="ko-KR" altLang="en-US" dirty="0"/>
              <a:t>다차원 배열</a:t>
            </a:r>
            <a:r>
              <a:rPr lang="en-US" altLang="ko-KR" dirty="0"/>
              <a:t>(</a:t>
            </a:r>
            <a:r>
              <a:rPr lang="ko-KR" altLang="en-US" dirty="0"/>
              <a:t>행렬</a:t>
            </a:r>
            <a:r>
              <a:rPr lang="en-US" altLang="ko-KR" dirty="0"/>
              <a:t>)</a:t>
            </a:r>
            <a:r>
              <a:rPr lang="ko-KR" altLang="en-US" dirty="0"/>
              <a:t>을 쉽고 효율적으로 처리할 수 있도록 지원하는 파이썬 라이브러리</a:t>
            </a:r>
            <a:endParaRPr lang="en-US" altLang="ko-KR" dirty="0"/>
          </a:p>
          <a:p>
            <a:pPr lvl="2"/>
            <a:r>
              <a:rPr lang="ko-KR" altLang="en-US" dirty="0">
                <a:solidFill>
                  <a:schemeClr val="tx1">
                    <a:lumMod val="50000"/>
                    <a:lumOff val="50000"/>
                  </a:schemeClr>
                </a:solidFill>
              </a:rPr>
              <a:t>과학계산을</a:t>
            </a:r>
            <a:r>
              <a:rPr lang="en-US" altLang="ko-KR" dirty="0">
                <a:solidFill>
                  <a:schemeClr val="tx1">
                    <a:lumMod val="50000"/>
                    <a:lumOff val="50000"/>
                  </a:schemeClr>
                </a:solidFill>
              </a:rPr>
              <a:t> </a:t>
            </a:r>
            <a:r>
              <a:rPr lang="ko-KR" altLang="en-US" dirty="0">
                <a:solidFill>
                  <a:schemeClr val="tx1">
                    <a:lumMod val="50000"/>
                    <a:lumOff val="50000"/>
                  </a:schemeClr>
                </a:solidFill>
              </a:rPr>
              <a:t>위한 라이브러리</a:t>
            </a:r>
            <a:r>
              <a:rPr lang="en-US" altLang="ko-KR" dirty="0">
                <a:solidFill>
                  <a:schemeClr val="tx1">
                    <a:lumMod val="50000"/>
                    <a:lumOff val="50000"/>
                  </a:schemeClr>
                </a:solidFill>
              </a:rPr>
              <a:t>, </a:t>
            </a:r>
            <a:r>
              <a:rPr lang="ko-KR" altLang="en-US" dirty="0">
                <a:solidFill>
                  <a:schemeClr val="tx1">
                    <a:lumMod val="50000"/>
                    <a:lumOff val="50000"/>
                  </a:schemeClr>
                </a:solidFill>
              </a:rPr>
              <a:t>수학함수</a:t>
            </a:r>
            <a:r>
              <a:rPr lang="en-US" altLang="ko-KR" dirty="0">
                <a:solidFill>
                  <a:schemeClr val="tx1">
                    <a:lumMod val="50000"/>
                    <a:lumOff val="50000"/>
                  </a:schemeClr>
                </a:solidFill>
              </a:rPr>
              <a:t>, </a:t>
            </a:r>
            <a:r>
              <a:rPr lang="ko-KR" altLang="en-US" dirty="0">
                <a:solidFill>
                  <a:schemeClr val="tx1">
                    <a:lumMod val="50000"/>
                    <a:lumOff val="50000"/>
                  </a:schemeClr>
                </a:solidFill>
              </a:rPr>
              <a:t>난수 발생기</a:t>
            </a:r>
            <a:r>
              <a:rPr lang="en-US" altLang="ko-KR" dirty="0">
                <a:solidFill>
                  <a:schemeClr val="tx1">
                    <a:lumMod val="50000"/>
                    <a:lumOff val="50000"/>
                  </a:schemeClr>
                </a:solidFill>
              </a:rPr>
              <a:t>, </a:t>
            </a:r>
            <a:r>
              <a:rPr lang="ko-KR" altLang="en-US" dirty="0">
                <a:solidFill>
                  <a:schemeClr val="tx1">
                    <a:lumMod val="50000"/>
                    <a:lumOff val="50000"/>
                  </a:schemeClr>
                </a:solidFill>
              </a:rPr>
              <a:t>선형대수</a:t>
            </a:r>
            <a:r>
              <a:rPr lang="en-US" altLang="ko-KR" dirty="0">
                <a:solidFill>
                  <a:schemeClr val="tx1">
                    <a:lumMod val="50000"/>
                    <a:lumOff val="50000"/>
                  </a:schemeClr>
                </a:solidFill>
              </a:rPr>
              <a:t>, </a:t>
            </a:r>
            <a:r>
              <a:rPr lang="ko-KR" altLang="en-US" dirty="0">
                <a:solidFill>
                  <a:schemeClr val="tx1">
                    <a:lumMod val="50000"/>
                    <a:lumOff val="50000"/>
                  </a:schemeClr>
                </a:solidFill>
              </a:rPr>
              <a:t>푸리에 변환 등 수행 가능</a:t>
            </a:r>
            <a:endParaRPr lang="en-US" altLang="ko-KR" dirty="0">
              <a:solidFill>
                <a:schemeClr val="tx1">
                  <a:lumMod val="50000"/>
                  <a:lumOff val="50000"/>
                </a:schemeClr>
              </a:solidFill>
            </a:endParaRPr>
          </a:p>
          <a:p>
            <a:pPr lvl="1"/>
            <a:r>
              <a:rPr lang="en-US" altLang="ko-KR" dirty="0" err="1"/>
              <a:t>Ndarray</a:t>
            </a:r>
            <a:r>
              <a:rPr lang="en-US" altLang="ko-KR" dirty="0"/>
              <a:t> </a:t>
            </a:r>
            <a:r>
              <a:rPr lang="ko-KR" altLang="en-US" dirty="0"/>
              <a:t>타입의 배열을 만들 수 있음</a:t>
            </a:r>
            <a:endParaRPr lang="en-US" altLang="ko-KR" dirty="0"/>
          </a:p>
          <a:p>
            <a:pPr lvl="2"/>
            <a:r>
              <a:rPr lang="en-US" altLang="ko-KR" dirty="0" err="1"/>
              <a:t>Ndarray</a:t>
            </a:r>
            <a:r>
              <a:rPr lang="en-US" altLang="ko-KR" dirty="0"/>
              <a:t> </a:t>
            </a:r>
            <a:r>
              <a:rPr lang="en-US" altLang="ko-KR" dirty="0">
                <a:sym typeface="Wingdings" panose="05000000000000000000" pitchFamily="2" charset="2"/>
              </a:rPr>
              <a:t> N-dimensional array</a:t>
            </a:r>
            <a:r>
              <a:rPr lang="ko-KR" altLang="en-US" dirty="0">
                <a:sym typeface="Wingdings" panose="05000000000000000000" pitchFamily="2" charset="2"/>
              </a:rPr>
              <a:t>의 약자</a:t>
            </a:r>
            <a:endParaRPr lang="en-US" altLang="ko-KR" dirty="0">
              <a:sym typeface="Wingdings" panose="05000000000000000000" pitchFamily="2" charset="2"/>
            </a:endParaRPr>
          </a:p>
          <a:p>
            <a:pPr lvl="1"/>
            <a:r>
              <a:rPr lang="en-US" altLang="ko-KR" dirty="0" err="1">
                <a:sym typeface="Wingdings" panose="05000000000000000000" pitchFamily="2" charset="2"/>
              </a:rPr>
              <a:t>Numpy</a:t>
            </a:r>
            <a:r>
              <a:rPr lang="ko-KR" altLang="en-US" dirty="0">
                <a:sym typeface="Wingdings" panose="05000000000000000000" pitchFamily="2" charset="2"/>
              </a:rPr>
              <a:t> </a:t>
            </a:r>
            <a:r>
              <a:rPr lang="en-US" altLang="ko-KR" dirty="0">
                <a:sym typeface="Wingdings" panose="05000000000000000000" pitchFamily="2" charset="2"/>
              </a:rPr>
              <a:t>array(</a:t>
            </a:r>
            <a:r>
              <a:rPr lang="en-US" altLang="ko-KR" dirty="0" err="1">
                <a:sym typeface="Wingdings" panose="05000000000000000000" pitchFamily="2" charset="2"/>
              </a:rPr>
              <a:t>ndarray</a:t>
            </a:r>
            <a:r>
              <a:rPr lang="en-US" altLang="ko-KR" dirty="0">
                <a:sym typeface="Wingdings" panose="05000000000000000000" pitchFamily="2" charset="2"/>
              </a:rPr>
              <a:t>)</a:t>
            </a:r>
            <a:r>
              <a:rPr lang="ko-KR" altLang="en-US" dirty="0">
                <a:sym typeface="Wingdings" panose="05000000000000000000" pitchFamily="2" charset="2"/>
              </a:rPr>
              <a:t>의 특징</a:t>
            </a:r>
            <a:endParaRPr lang="en-US" altLang="ko-KR" dirty="0">
              <a:sym typeface="Wingdings" panose="05000000000000000000" pitchFamily="2" charset="2"/>
            </a:endParaRPr>
          </a:p>
          <a:p>
            <a:pPr lvl="2"/>
            <a:r>
              <a:rPr lang="ko-KR" altLang="en-US" dirty="0"/>
              <a:t>원소로 한 가지 자료형만 허용 </a:t>
            </a:r>
            <a:r>
              <a:rPr lang="en-US" altLang="ko-KR" dirty="0"/>
              <a:t>: [1, 2, ‘a’, ‘b’] </a:t>
            </a:r>
            <a:r>
              <a:rPr lang="en-US" altLang="ko-KR" dirty="0">
                <a:sym typeface="Wingdings" panose="05000000000000000000" pitchFamily="2" charset="2"/>
              </a:rPr>
              <a:t> [‘1’, ‘2’, ‘a’, ‘b’]</a:t>
            </a:r>
          </a:p>
          <a:p>
            <a:pPr lvl="2"/>
            <a:r>
              <a:rPr lang="ko-KR" altLang="en-US" dirty="0">
                <a:sym typeface="Wingdings" panose="05000000000000000000" pitchFamily="2" charset="2"/>
              </a:rPr>
              <a:t>내부 배열의 원소 개수가 같아야 함 </a:t>
            </a:r>
            <a:r>
              <a:rPr lang="en-US" altLang="ko-KR" dirty="0">
                <a:sym typeface="Wingdings" panose="05000000000000000000" pitchFamily="2" charset="2"/>
              </a:rPr>
              <a:t>: [[1], ]2, 3], [4, 5, 6]]</a:t>
            </a:r>
            <a:r>
              <a:rPr lang="ko-KR" altLang="en-US" dirty="0">
                <a:sym typeface="Wingdings" panose="05000000000000000000" pitchFamily="2" charset="2"/>
              </a:rPr>
              <a:t>은</a:t>
            </a:r>
            <a:r>
              <a:rPr lang="en-US" altLang="ko-KR" dirty="0">
                <a:sym typeface="Wingdings" panose="05000000000000000000" pitchFamily="2" charset="2"/>
              </a:rPr>
              <a:t> </a:t>
            </a:r>
            <a:r>
              <a:rPr lang="ko-KR" altLang="en-US" dirty="0">
                <a:sym typeface="Wingdings" panose="05000000000000000000" pitchFamily="2" charset="2"/>
              </a:rPr>
              <a:t>에러</a:t>
            </a:r>
            <a:endParaRPr lang="en-US" altLang="ko-KR" dirty="0">
              <a:sym typeface="Wingdings" panose="05000000000000000000" pitchFamily="2" charset="2"/>
            </a:endParaRPr>
          </a:p>
          <a:p>
            <a:pPr lvl="2"/>
            <a:r>
              <a:rPr lang="ko-KR" altLang="en-US" dirty="0">
                <a:sym typeface="Wingdings" panose="05000000000000000000" pitchFamily="2" charset="2"/>
              </a:rPr>
              <a:t>같은 위치의 원소끼리 사칙연산 가능 </a:t>
            </a:r>
            <a:r>
              <a:rPr lang="en-US" altLang="ko-KR" dirty="0">
                <a:sym typeface="Wingdings" panose="05000000000000000000" pitchFamily="2" charset="2"/>
              </a:rPr>
              <a:t>: [1,3,5] + [2,4,6] = [3,7,11]</a:t>
            </a:r>
            <a:endParaRPr lang="ko-KR" altLang="en-US" dirty="0"/>
          </a:p>
        </p:txBody>
      </p:sp>
      <p:sp>
        <p:nvSpPr>
          <p:cNvPr id="4" name="슬라이드 번호 개체 틀 3">
            <a:extLst>
              <a:ext uri="{FF2B5EF4-FFF2-40B4-BE49-F238E27FC236}">
                <a16:creationId xmlns:a16="http://schemas.microsoft.com/office/drawing/2014/main" id="{F53632C4-B2F5-15E4-A718-191247645C75}"/>
              </a:ext>
            </a:extLst>
          </p:cNvPr>
          <p:cNvSpPr>
            <a:spLocks noGrp="1"/>
          </p:cNvSpPr>
          <p:nvPr>
            <p:ph type="sldNum" sz="quarter" idx="10"/>
          </p:nvPr>
        </p:nvSpPr>
        <p:spPr/>
        <p:txBody>
          <a:bodyPr/>
          <a:lstStyle/>
          <a:p>
            <a:fld id="{0662DF40-CD95-4196-B16C-EF23877BEF64}" type="slidenum">
              <a:rPr lang="en-US" altLang="ko-KR" smtClean="0"/>
              <a:pPr/>
              <a:t>21</a:t>
            </a:fld>
            <a:endParaRPr lang="en-US" altLang="ko-KR"/>
          </a:p>
        </p:txBody>
      </p:sp>
      <p:pic>
        <p:nvPicPr>
          <p:cNvPr id="6" name="그림 5">
            <a:extLst>
              <a:ext uri="{FF2B5EF4-FFF2-40B4-BE49-F238E27FC236}">
                <a16:creationId xmlns:a16="http://schemas.microsoft.com/office/drawing/2014/main" id="{A3EA23DB-BD93-4472-6D23-32CD4BAB520B}"/>
              </a:ext>
            </a:extLst>
          </p:cNvPr>
          <p:cNvPicPr>
            <a:picLocks noChangeAspect="1"/>
          </p:cNvPicPr>
          <p:nvPr/>
        </p:nvPicPr>
        <p:blipFill>
          <a:blip r:embed="rId2"/>
          <a:stretch>
            <a:fillRect/>
          </a:stretch>
        </p:blipFill>
        <p:spPr>
          <a:xfrm>
            <a:off x="7452320" y="2703481"/>
            <a:ext cx="1440160" cy="1451037"/>
          </a:xfrm>
          <a:prstGeom prst="rect">
            <a:avLst/>
          </a:prstGeom>
        </p:spPr>
      </p:pic>
      <p:sp>
        <p:nvSpPr>
          <p:cNvPr id="8" name="TextBox 7">
            <a:extLst>
              <a:ext uri="{FF2B5EF4-FFF2-40B4-BE49-F238E27FC236}">
                <a16:creationId xmlns:a16="http://schemas.microsoft.com/office/drawing/2014/main" id="{B1A97379-208B-10AA-FE18-0D395D566D0A}"/>
              </a:ext>
            </a:extLst>
          </p:cNvPr>
          <p:cNvSpPr txBox="1"/>
          <p:nvPr/>
        </p:nvSpPr>
        <p:spPr>
          <a:xfrm>
            <a:off x="5704535" y="6203970"/>
            <a:ext cx="3439403" cy="276999"/>
          </a:xfrm>
          <a:prstGeom prst="rect">
            <a:avLst/>
          </a:prstGeom>
          <a:noFill/>
        </p:spPr>
        <p:txBody>
          <a:bodyPr wrap="none" rtlCol="0">
            <a:spAutoFit/>
          </a:bodyPr>
          <a:lstStyle/>
          <a:p>
            <a:r>
              <a:rPr lang="en-US" altLang="ko-KR" sz="1200" dirty="0">
                <a:solidFill>
                  <a:schemeClr val="bg1">
                    <a:lumMod val="50000"/>
                  </a:schemeClr>
                </a:solidFill>
                <a:latin typeface="맑은 고딕" panose="020B0503020000020004" pitchFamily="50" charset="-127"/>
                <a:ea typeface="맑은 고딕" panose="020B0503020000020004" pitchFamily="50" charset="-127"/>
              </a:rPr>
              <a:t>&lt;</a:t>
            </a:r>
            <a:r>
              <a:rPr lang="ko-KR" altLang="en-US" sz="1200" dirty="0">
                <a:solidFill>
                  <a:schemeClr val="bg1">
                    <a:lumMod val="50000"/>
                  </a:schemeClr>
                </a:solidFill>
                <a:latin typeface="맑은 고딕" panose="020B0503020000020004" pitchFamily="50" charset="-127"/>
                <a:ea typeface="맑은 고딕" panose="020B0503020000020004" pitchFamily="50" charset="-127"/>
              </a:rPr>
              <a:t>자료</a:t>
            </a:r>
            <a:r>
              <a:rPr lang="en-US" altLang="ko-KR" sz="1200" dirty="0">
                <a:solidFill>
                  <a:schemeClr val="bg1">
                    <a:lumMod val="50000"/>
                  </a:schemeClr>
                </a:solidFill>
                <a:latin typeface="맑은 고딕" panose="020B0503020000020004" pitchFamily="50" charset="-127"/>
                <a:ea typeface="맑은 고딕" panose="020B0503020000020004" pitchFamily="50" charset="-127"/>
              </a:rPr>
              <a:t>. https://velog.io/@jiyul/Numpy-</a:t>
            </a:r>
            <a:r>
              <a:rPr lang="ko-KR" altLang="en-US" sz="1200" dirty="0">
                <a:solidFill>
                  <a:schemeClr val="bg1">
                    <a:lumMod val="50000"/>
                  </a:schemeClr>
                </a:solidFill>
                <a:latin typeface="맑은 고딕" panose="020B0503020000020004" pitchFamily="50" charset="-127"/>
                <a:ea typeface="맑은 고딕" panose="020B0503020000020004" pitchFamily="50" charset="-127"/>
              </a:rPr>
              <a:t>사용법</a:t>
            </a:r>
            <a:r>
              <a:rPr lang="en-US" altLang="ko-KR" sz="1200" dirty="0">
                <a:solidFill>
                  <a:schemeClr val="bg1">
                    <a:lumMod val="50000"/>
                  </a:schemeClr>
                </a:solidFill>
                <a:latin typeface="맑은 고딕" panose="020B0503020000020004" pitchFamily="50" charset="-127"/>
                <a:ea typeface="맑은 고딕" panose="020B0503020000020004" pitchFamily="50" charset="-127"/>
              </a:rPr>
              <a:t>&gt;</a:t>
            </a:r>
            <a:endParaRPr lang="ko-KR" altLang="en-US" sz="1200" dirty="0">
              <a:solidFill>
                <a:schemeClr val="bg1">
                  <a:lumMod val="50000"/>
                </a:schemeClr>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50047258"/>
      </p:ext>
    </p:extLst>
  </p:cSld>
  <p:clrMapOvr>
    <a:masterClrMapping/>
  </p:clrMapOvr>
  <p:transition>
    <p:diamon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D367E-AA22-5D72-E108-8D48B38D7BE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5E6FBCD8-0456-BD7B-09C8-93B17617936F}"/>
              </a:ext>
            </a:extLst>
          </p:cNvPr>
          <p:cNvSpPr>
            <a:spLocks noGrp="1"/>
          </p:cNvSpPr>
          <p:nvPr>
            <p:ph type="title"/>
          </p:nvPr>
        </p:nvSpPr>
        <p:spPr/>
        <p:txBody>
          <a:bodyPr/>
          <a:lstStyle/>
          <a:p>
            <a:r>
              <a:rPr lang="en-US" altLang="ko-KR" dirty="0" err="1"/>
              <a:t>Numpy</a:t>
            </a:r>
            <a:r>
              <a:rPr lang="en-US" altLang="ko-KR" dirty="0"/>
              <a:t>(</a:t>
            </a:r>
            <a:r>
              <a:rPr lang="ko-KR" altLang="en-US" dirty="0" err="1"/>
              <a:t>넘파이</a:t>
            </a:r>
            <a:r>
              <a:rPr lang="en-US" altLang="ko-KR" dirty="0"/>
              <a:t>)</a:t>
            </a:r>
            <a:endParaRPr lang="ko-KR" altLang="en-US" dirty="0"/>
          </a:p>
        </p:txBody>
      </p:sp>
      <p:sp>
        <p:nvSpPr>
          <p:cNvPr id="7" name="내용 개체 틀 6">
            <a:extLst>
              <a:ext uri="{FF2B5EF4-FFF2-40B4-BE49-F238E27FC236}">
                <a16:creationId xmlns:a16="http://schemas.microsoft.com/office/drawing/2014/main" id="{02EEEB67-3F43-9724-C22A-A0C1C8913488}"/>
              </a:ext>
            </a:extLst>
          </p:cNvPr>
          <p:cNvSpPr>
            <a:spLocks noGrp="1"/>
          </p:cNvSpPr>
          <p:nvPr>
            <p:ph idx="1"/>
          </p:nvPr>
        </p:nvSpPr>
        <p:spPr/>
        <p:txBody>
          <a:bodyPr/>
          <a:lstStyle/>
          <a:p>
            <a:r>
              <a:rPr lang="en-US" altLang="ko-KR" dirty="0" err="1"/>
              <a:t>Numpy</a:t>
            </a:r>
            <a:r>
              <a:rPr lang="en-US" altLang="ko-KR" dirty="0"/>
              <a:t> Image </a:t>
            </a:r>
            <a:r>
              <a:rPr lang="ko-KR" altLang="en-US" dirty="0"/>
              <a:t>관련 속성</a:t>
            </a:r>
          </a:p>
        </p:txBody>
      </p:sp>
      <p:sp>
        <p:nvSpPr>
          <p:cNvPr id="4" name="슬라이드 번호 개체 틀 3">
            <a:extLst>
              <a:ext uri="{FF2B5EF4-FFF2-40B4-BE49-F238E27FC236}">
                <a16:creationId xmlns:a16="http://schemas.microsoft.com/office/drawing/2014/main" id="{22A5809E-2507-B7B0-0D54-6EAD3128DC43}"/>
              </a:ext>
            </a:extLst>
          </p:cNvPr>
          <p:cNvSpPr>
            <a:spLocks noGrp="1"/>
          </p:cNvSpPr>
          <p:nvPr>
            <p:ph type="sldNum" sz="quarter" idx="10"/>
          </p:nvPr>
        </p:nvSpPr>
        <p:spPr/>
        <p:txBody>
          <a:bodyPr/>
          <a:lstStyle/>
          <a:p>
            <a:fld id="{0662DF40-CD95-4196-B16C-EF23877BEF64}" type="slidenum">
              <a:rPr lang="en-US" altLang="ko-KR" smtClean="0"/>
              <a:pPr/>
              <a:t>22</a:t>
            </a:fld>
            <a:endParaRPr lang="en-US" altLang="ko-KR"/>
          </a:p>
        </p:txBody>
      </p:sp>
      <p:graphicFrame>
        <p:nvGraphicFramePr>
          <p:cNvPr id="3" name="표 5">
            <a:extLst>
              <a:ext uri="{FF2B5EF4-FFF2-40B4-BE49-F238E27FC236}">
                <a16:creationId xmlns:a16="http://schemas.microsoft.com/office/drawing/2014/main" id="{A87BF1EA-9DF2-84F6-486C-0684A6DB562A}"/>
              </a:ext>
            </a:extLst>
          </p:cNvPr>
          <p:cNvGraphicFramePr>
            <a:graphicFrameLocks noGrp="1"/>
          </p:cNvGraphicFramePr>
          <p:nvPr/>
        </p:nvGraphicFramePr>
        <p:xfrm>
          <a:off x="135008" y="1628800"/>
          <a:ext cx="8748588" cy="3384375"/>
        </p:xfrm>
        <a:graphic>
          <a:graphicData uri="http://schemas.openxmlformats.org/drawingml/2006/table">
            <a:tbl>
              <a:tblPr firstRow="1" bandRow="1">
                <a:tableStyleId>{5C22544A-7EE6-4342-B048-85BDC9FD1C3A}</a:tableStyleId>
              </a:tblPr>
              <a:tblGrid>
                <a:gridCol w="2195859">
                  <a:extLst>
                    <a:ext uri="{9D8B030D-6E8A-4147-A177-3AD203B41FA5}">
                      <a16:colId xmlns:a16="http://schemas.microsoft.com/office/drawing/2014/main" val="1542221480"/>
                    </a:ext>
                  </a:extLst>
                </a:gridCol>
                <a:gridCol w="2628231">
                  <a:extLst>
                    <a:ext uri="{9D8B030D-6E8A-4147-A177-3AD203B41FA5}">
                      <a16:colId xmlns:a16="http://schemas.microsoft.com/office/drawing/2014/main" val="3692679926"/>
                    </a:ext>
                  </a:extLst>
                </a:gridCol>
                <a:gridCol w="3924498">
                  <a:extLst>
                    <a:ext uri="{9D8B030D-6E8A-4147-A177-3AD203B41FA5}">
                      <a16:colId xmlns:a16="http://schemas.microsoft.com/office/drawing/2014/main" val="597513505"/>
                    </a:ext>
                  </a:extLst>
                </a:gridCol>
              </a:tblGrid>
              <a:tr h="315165">
                <a:tc>
                  <a:txBody>
                    <a:bodyPr/>
                    <a:lstStyle/>
                    <a:p>
                      <a:pPr algn="ct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속성</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출력형태</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의미</a:t>
                      </a: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04433512"/>
                  </a:ext>
                </a:extLst>
              </a:tr>
              <a:tr h="315165">
                <a:tc>
                  <a:txBody>
                    <a:bodyPr/>
                    <a:lstStyle/>
                    <a:p>
                      <a:pPr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type(</a:t>
                      </a:r>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img</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latinLnBrk="1">
                        <a:buFont typeface="Arial" panose="020B0604020202020204" pitchFamily="34" charset="0"/>
                        <a:buNone/>
                      </a:pPr>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numpy.ndarray</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44000" indent="-144000" latinLnBrk="1">
                        <a:buFont typeface="Arial" panose="020B0604020202020204" pitchFamily="34" charset="0"/>
                        <a:buChar char="•"/>
                      </a:pP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일반적인 이미지의 경우</a:t>
                      </a:r>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numpy</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배열</a:t>
                      </a: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36394901"/>
                  </a:ext>
                </a:extLst>
              </a:tr>
              <a:tr h="550809">
                <a:tc>
                  <a:txBody>
                    <a:bodyPr/>
                    <a:lstStyle/>
                    <a:p>
                      <a:pPr latinLnBrk="1"/>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img.ndim</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latinLnBrk="1">
                        <a:buFont typeface="Arial" panose="020B0604020202020204" pitchFamily="34" charset="0"/>
                        <a:buNone/>
                      </a:pP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3</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44000" marR="0" lvl="0" indent="-1440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이미지 배열의 차원</a:t>
                      </a:r>
                    </a:p>
                    <a:p>
                      <a:pPr marL="144000" indent="-144000" latinLnBrk="1">
                        <a:buFont typeface="Arial" panose="020B0604020202020204" pitchFamily="34" charset="0"/>
                        <a:buChar char="•"/>
                      </a:pP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일반적인 이미지의 경우 </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3</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차원</a:t>
                      </a:r>
                      <a:endPar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3641658"/>
                  </a:ext>
                </a:extLst>
              </a:tr>
              <a:tr h="550809">
                <a:tc>
                  <a:txBody>
                    <a:bodyPr/>
                    <a:lstStyle/>
                    <a:p>
                      <a:pPr latinLnBrk="1"/>
                      <a:r>
                        <a:rPr lang="en-US" altLang="ko-KR" sz="1400" dirty="0" err="1">
                          <a:solidFill>
                            <a:srgbClr val="C00000"/>
                          </a:solidFill>
                          <a:latin typeface="맑은 고딕" panose="020B0503020000020004" pitchFamily="50" charset="-127"/>
                          <a:ea typeface="맑은 고딕" panose="020B0503020000020004" pitchFamily="50" charset="-127"/>
                        </a:rPr>
                        <a:t>img.shape</a:t>
                      </a:r>
                      <a:endParaRPr lang="ko-KR" altLang="en-US" sz="1400" dirty="0">
                        <a:solidFill>
                          <a:srgbClr val="C00000"/>
                        </a:solidFill>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latinLnBrk="1">
                        <a:buFont typeface="Arial" panose="020B0604020202020204" pitchFamily="34" charset="0"/>
                        <a:buNone/>
                      </a:pP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(360, 540, 3)</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44000" indent="-144000" latinLnBrk="1">
                        <a:buFont typeface="Arial" panose="020B0604020202020204" pitchFamily="34" charset="0"/>
                        <a:buChar char="•"/>
                      </a:pP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일반적인 이미지의 경우 </a:t>
                      </a:r>
                      <a:r>
                        <a:rPr lang="en-US" altLang="ko-KR" sz="1400" dirty="0">
                          <a:solidFill>
                            <a:srgbClr val="C00000"/>
                          </a:solidFill>
                          <a:latin typeface="맑은 고딕" panose="020B0503020000020004" pitchFamily="50" charset="-127"/>
                          <a:ea typeface="맑은 고딕" panose="020B0503020000020004" pitchFamily="50" charset="-127"/>
                        </a:rPr>
                        <a:t>h </a:t>
                      </a:r>
                      <a:r>
                        <a:rPr lang="en-US" altLang="ko-KR" sz="1400" dirty="0">
                          <a:solidFill>
                            <a:srgbClr val="C00000"/>
                          </a:solidFill>
                          <a:latin typeface="맑은 고딕" panose="020B0503020000020004" pitchFamily="50" charset="-127"/>
                          <a:ea typeface="맑은 고딕" panose="020B0503020000020004" pitchFamily="50" charset="-127"/>
                          <a:sym typeface="Symbol" panose="05050102010706020507" pitchFamily="18" charset="2"/>
                        </a:rPr>
                        <a:t> w  3</a:t>
                      </a:r>
                    </a:p>
                    <a:p>
                      <a:pPr marL="144000" indent="-144000" latinLnBrk="1">
                        <a:buFont typeface="Arial" panose="020B0604020202020204" pitchFamily="34" charset="0"/>
                        <a:buChar char="•"/>
                      </a:pP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sym typeface="Symbol" panose="05050102010706020507" pitchFamily="18" charset="2"/>
                        </a:rPr>
                        <a:t>3</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sym typeface="Symbol" panose="05050102010706020507" pitchFamily="18" charset="2"/>
                        </a:rPr>
                        <a:t>은</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sym typeface="Symbol" panose="05050102010706020507" pitchFamily="18" charset="2"/>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sym typeface="Symbol" panose="05050102010706020507" pitchFamily="18" charset="2"/>
                        </a:rPr>
                        <a:t>색깔코드</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sym typeface="Symbol" panose="05050102010706020507" pitchFamily="18" charset="2"/>
                        </a:rPr>
                        <a:t>(BGR)</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2459307"/>
                  </a:ext>
                </a:extLst>
              </a:tr>
              <a:tr h="550809">
                <a:tc>
                  <a:txBody>
                    <a:bodyPr/>
                    <a:lstStyle/>
                    <a:p>
                      <a:pPr latinLnBrk="1"/>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img.size</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latinLnBrk="1">
                        <a:buFont typeface="Arial" panose="020B0604020202020204" pitchFamily="34" charset="0"/>
                        <a:buNone/>
                      </a:pP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356874</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44000" indent="-144000" latinLnBrk="1">
                        <a:buFont typeface="Arial" panose="020B0604020202020204" pitchFamily="34" charset="0"/>
                        <a:buChar char="•"/>
                      </a:pPr>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img</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전체 요소 개수</a:t>
                      </a:r>
                      <a:endPar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endParaRPr>
                    </a:p>
                    <a:p>
                      <a:pPr marL="144000" indent="-144000" latinLnBrk="1">
                        <a:buFont typeface="Arial" panose="020B0604020202020204" pitchFamily="34" charset="0"/>
                        <a:buChar char="•"/>
                      </a:pP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각</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요소가 </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uint8</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이면</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각 차원의 길이 곱</a:t>
                      </a: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26287568"/>
                  </a:ext>
                </a:extLst>
              </a:tr>
              <a:tr h="550809">
                <a:tc>
                  <a:txBody>
                    <a:bodyPr/>
                    <a:lstStyle/>
                    <a:p>
                      <a:pPr latinLnBrk="1"/>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img.dtype</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latinLnBrk="1">
                        <a:buFont typeface="Arial" panose="020B0604020202020204" pitchFamily="34" charset="0"/>
                        <a:buNone/>
                      </a:pPr>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dtype</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(‘uint8’)</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44000" indent="-144000" latinLnBrk="1">
                        <a:buFont typeface="Arial" panose="020B0604020202020204" pitchFamily="34" charset="0"/>
                        <a:buChar char="•"/>
                      </a:pP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이미지</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픽셀 데이터</a:t>
                      </a:r>
                      <a:endPar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endParaRPr>
                    </a:p>
                    <a:p>
                      <a:pPr marL="144000" indent="-144000" latinLnBrk="1">
                        <a:buFont typeface="Arial" panose="020B0604020202020204" pitchFamily="34" charset="0"/>
                        <a:buChar char="•"/>
                      </a:pP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uint8 </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sym typeface="Wingdings" panose="05000000000000000000" pitchFamily="2" charset="2"/>
                        </a:rPr>
                        <a:t> </a:t>
                      </a:r>
                      <a:r>
                        <a:rPr lang="ko-KR" altLang="en-US" sz="1400" dirty="0" err="1">
                          <a:solidFill>
                            <a:schemeClr val="tx1">
                              <a:lumMod val="65000"/>
                              <a:lumOff val="35000"/>
                            </a:schemeClr>
                          </a:solidFill>
                          <a:latin typeface="맑은 고딕" panose="020B0503020000020004" pitchFamily="50" charset="-127"/>
                          <a:ea typeface="맑은 고딕" panose="020B0503020000020004" pitchFamily="50" charset="-127"/>
                          <a:sym typeface="Wingdings" panose="05000000000000000000" pitchFamily="2" charset="2"/>
                        </a:rPr>
                        <a:t>부호없는</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sym typeface="Wingdings" panose="05000000000000000000" pitchFamily="2" charset="2"/>
                        </a:rPr>
                        <a:t> 1</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sym typeface="Wingdings" panose="05000000000000000000" pitchFamily="2" charset="2"/>
                        </a:rPr>
                        <a:t>바이트 정수</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sym typeface="Wingdings" panose="05000000000000000000" pitchFamily="2" charset="2"/>
                        </a:rPr>
                        <a:t>(0~255)</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 </a:t>
                      </a: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45999453"/>
                  </a:ext>
                </a:extLst>
              </a:tr>
              <a:tr h="550809">
                <a:tc>
                  <a:txBody>
                    <a:bodyPr/>
                    <a:lstStyle/>
                    <a:p>
                      <a:pPr latinLnBrk="1"/>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img.itemsize</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latinLnBrk="1">
                        <a:buFont typeface="Arial" panose="020B0604020202020204" pitchFamily="34" charset="0"/>
                        <a:buNone/>
                      </a:pP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1</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44000" indent="-144000" latinLnBrk="1">
                        <a:buFont typeface="Arial" panose="020B0604020202020204" pitchFamily="34" charset="0"/>
                        <a:buChar char="•"/>
                      </a:pP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각</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요소의 크기</a:t>
                      </a:r>
                      <a:endPar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endParaRPr>
                    </a:p>
                    <a:p>
                      <a:pPr marL="144000" indent="-144000" latinLnBrk="1">
                        <a:buFont typeface="Arial" panose="020B0604020202020204" pitchFamily="34" charset="0"/>
                        <a:buChar char="•"/>
                      </a:pP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각 요소는 </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1</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바이트 </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sym typeface="Wingdings" panose="05000000000000000000" pitchFamily="2" charset="2"/>
                        </a:rPr>
                        <a:t> uint8</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78933960"/>
                  </a:ext>
                </a:extLst>
              </a:tr>
            </a:tbl>
          </a:graphicData>
        </a:graphic>
      </p:graphicFrame>
    </p:spTree>
    <p:extLst>
      <p:ext uri="{BB962C8B-B14F-4D97-AF65-F5344CB8AC3E}">
        <p14:creationId xmlns:p14="http://schemas.microsoft.com/office/powerpoint/2010/main" val="1013561150"/>
      </p:ext>
    </p:extLst>
  </p:cSld>
  <p:clrMapOvr>
    <a:masterClrMapping/>
  </p:clrMapOvr>
  <p:transition>
    <p:diamon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65AC8-FCAB-D2B3-4D1F-A2CADF06D614}"/>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455F5F8-A343-BA60-7B4D-FC036B9A4FD3}"/>
              </a:ext>
            </a:extLst>
          </p:cNvPr>
          <p:cNvSpPr>
            <a:spLocks noGrp="1"/>
          </p:cNvSpPr>
          <p:nvPr>
            <p:ph type="title"/>
          </p:nvPr>
        </p:nvSpPr>
        <p:spPr/>
        <p:txBody>
          <a:bodyPr/>
          <a:lstStyle/>
          <a:p>
            <a:r>
              <a:rPr lang="en-US" altLang="ko-KR" dirty="0" err="1"/>
              <a:t>Numpy</a:t>
            </a:r>
            <a:r>
              <a:rPr lang="en-US" altLang="ko-KR" dirty="0"/>
              <a:t>(</a:t>
            </a:r>
            <a:r>
              <a:rPr lang="ko-KR" altLang="en-US" dirty="0" err="1"/>
              <a:t>넘파이</a:t>
            </a:r>
            <a:r>
              <a:rPr lang="en-US" altLang="ko-KR" dirty="0"/>
              <a:t>)</a:t>
            </a:r>
            <a:endParaRPr lang="ko-KR" altLang="en-US" dirty="0"/>
          </a:p>
        </p:txBody>
      </p:sp>
      <p:sp>
        <p:nvSpPr>
          <p:cNvPr id="7" name="내용 개체 틀 6">
            <a:extLst>
              <a:ext uri="{FF2B5EF4-FFF2-40B4-BE49-F238E27FC236}">
                <a16:creationId xmlns:a16="http://schemas.microsoft.com/office/drawing/2014/main" id="{99BC4481-0654-F739-C28E-ECED754FACF3}"/>
              </a:ext>
            </a:extLst>
          </p:cNvPr>
          <p:cNvSpPr>
            <a:spLocks noGrp="1"/>
          </p:cNvSpPr>
          <p:nvPr>
            <p:ph idx="1"/>
          </p:nvPr>
        </p:nvSpPr>
        <p:spPr/>
        <p:txBody>
          <a:bodyPr/>
          <a:lstStyle/>
          <a:p>
            <a:r>
              <a:rPr lang="en-US" altLang="ko-KR" dirty="0" err="1"/>
              <a:t>Numpy</a:t>
            </a:r>
            <a:r>
              <a:rPr lang="en-US" altLang="ko-KR" dirty="0"/>
              <a:t> </a:t>
            </a:r>
            <a:r>
              <a:rPr lang="ko-KR" altLang="en-US" dirty="0"/>
              <a:t>관련</a:t>
            </a:r>
            <a:r>
              <a:rPr lang="en-US" altLang="ko-KR" dirty="0"/>
              <a:t> </a:t>
            </a:r>
            <a:r>
              <a:rPr lang="ko-KR" altLang="en-US" dirty="0"/>
              <a:t>메서드</a:t>
            </a:r>
          </a:p>
        </p:txBody>
      </p:sp>
      <p:sp>
        <p:nvSpPr>
          <p:cNvPr id="4" name="슬라이드 번호 개체 틀 3">
            <a:extLst>
              <a:ext uri="{FF2B5EF4-FFF2-40B4-BE49-F238E27FC236}">
                <a16:creationId xmlns:a16="http://schemas.microsoft.com/office/drawing/2014/main" id="{F77DF413-E02D-AEEA-EA0F-3CF82BF6C952}"/>
              </a:ext>
            </a:extLst>
          </p:cNvPr>
          <p:cNvSpPr>
            <a:spLocks noGrp="1"/>
          </p:cNvSpPr>
          <p:nvPr>
            <p:ph type="sldNum" sz="quarter" idx="10"/>
          </p:nvPr>
        </p:nvSpPr>
        <p:spPr/>
        <p:txBody>
          <a:bodyPr/>
          <a:lstStyle/>
          <a:p>
            <a:fld id="{0662DF40-CD95-4196-B16C-EF23877BEF64}" type="slidenum">
              <a:rPr lang="en-US" altLang="ko-KR" smtClean="0"/>
              <a:pPr/>
              <a:t>23</a:t>
            </a:fld>
            <a:endParaRPr lang="en-US" altLang="ko-KR"/>
          </a:p>
        </p:txBody>
      </p:sp>
      <p:graphicFrame>
        <p:nvGraphicFramePr>
          <p:cNvPr id="3" name="표 5">
            <a:extLst>
              <a:ext uri="{FF2B5EF4-FFF2-40B4-BE49-F238E27FC236}">
                <a16:creationId xmlns:a16="http://schemas.microsoft.com/office/drawing/2014/main" id="{44367270-1F44-B06C-5FB9-6624D64361A4}"/>
              </a:ext>
            </a:extLst>
          </p:cNvPr>
          <p:cNvGraphicFramePr>
            <a:graphicFrameLocks noGrp="1"/>
          </p:cNvGraphicFramePr>
          <p:nvPr>
            <p:extLst>
              <p:ext uri="{D42A27DB-BD31-4B8C-83A1-F6EECF244321}">
                <p14:modId xmlns:p14="http://schemas.microsoft.com/office/powerpoint/2010/main" val="696230042"/>
              </p:ext>
            </p:extLst>
          </p:nvPr>
        </p:nvGraphicFramePr>
        <p:xfrm>
          <a:off x="135008" y="1628800"/>
          <a:ext cx="8748588" cy="2833566"/>
        </p:xfrm>
        <a:graphic>
          <a:graphicData uri="http://schemas.openxmlformats.org/drawingml/2006/table">
            <a:tbl>
              <a:tblPr firstRow="1" bandRow="1">
                <a:tableStyleId>{5C22544A-7EE6-4342-B048-85BDC9FD1C3A}</a:tableStyleId>
              </a:tblPr>
              <a:tblGrid>
                <a:gridCol w="2195859">
                  <a:extLst>
                    <a:ext uri="{9D8B030D-6E8A-4147-A177-3AD203B41FA5}">
                      <a16:colId xmlns:a16="http://schemas.microsoft.com/office/drawing/2014/main" val="1542221480"/>
                    </a:ext>
                  </a:extLst>
                </a:gridCol>
                <a:gridCol w="6552729">
                  <a:extLst>
                    <a:ext uri="{9D8B030D-6E8A-4147-A177-3AD203B41FA5}">
                      <a16:colId xmlns:a16="http://schemas.microsoft.com/office/drawing/2014/main" val="3692679926"/>
                    </a:ext>
                  </a:extLst>
                </a:gridCol>
              </a:tblGrid>
              <a:tr h="315165">
                <a:tc>
                  <a:txBody>
                    <a:bodyPr/>
                    <a:lstStyle/>
                    <a:p>
                      <a:pPr algn="ct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메서드</a:t>
                      </a: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기능</a:t>
                      </a: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04433512"/>
                  </a:ext>
                </a:extLst>
              </a:tr>
              <a:tr h="315165">
                <a:tc>
                  <a:txBody>
                    <a:bodyPr/>
                    <a:lstStyle/>
                    <a:p>
                      <a:pPr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.dot(array1, array2)</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44000" indent="-144000" latinLnBrk="1">
                        <a:buFont typeface="Arial" panose="020B0604020202020204" pitchFamily="34" charset="0"/>
                        <a:buChar char="•"/>
                      </a:pP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배열의 내적</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(dot product)</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36394901"/>
                  </a:ext>
                </a:extLst>
              </a:tr>
              <a:tr h="550809">
                <a:tc>
                  <a:txBody>
                    <a:bodyPr/>
                    <a:lstStyle/>
                    <a:p>
                      <a:pPr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.cross(array1, array2)</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44000" marR="0" lvl="0" indent="-1440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행렬의</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외적</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(cross product)</a:t>
                      </a: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3641658"/>
                  </a:ext>
                </a:extLst>
              </a:tr>
              <a:tr h="550809">
                <a:tc>
                  <a:txBody>
                    <a:bodyPr/>
                    <a:lstStyle/>
                    <a:p>
                      <a:pPr latinLnBrk="1"/>
                      <a:r>
                        <a:rPr lang="en-US" altLang="ko-KR" sz="1400" dirty="0">
                          <a:solidFill>
                            <a:srgbClr val="C00000"/>
                          </a:solidFill>
                          <a:latin typeface="맑은 고딕" panose="020B0503020000020004" pitchFamily="50" charset="-127"/>
                          <a:ea typeface="맑은 고딕" panose="020B0503020000020004" pitchFamily="50" charset="-127"/>
                        </a:rPr>
                        <a:t>.zeros(m,</a:t>
                      </a:r>
                      <a:r>
                        <a:rPr lang="ko-KR" altLang="en-US" sz="1400" dirty="0">
                          <a:solidFill>
                            <a:srgbClr val="C00000"/>
                          </a:solidFill>
                          <a:latin typeface="맑은 고딕" panose="020B0503020000020004" pitchFamily="50" charset="-127"/>
                          <a:ea typeface="맑은 고딕" panose="020B0503020000020004" pitchFamily="50" charset="-127"/>
                        </a:rPr>
                        <a:t> </a:t>
                      </a:r>
                      <a:r>
                        <a:rPr lang="en-US" altLang="ko-KR" sz="1400" dirty="0">
                          <a:solidFill>
                            <a:srgbClr val="C00000"/>
                          </a:solidFill>
                          <a:latin typeface="맑은 고딕" panose="020B0503020000020004" pitchFamily="50" charset="-127"/>
                          <a:ea typeface="맑은 고딕" panose="020B0503020000020004" pitchFamily="50" charset="-127"/>
                        </a:rPr>
                        <a:t>n)</a:t>
                      </a:r>
                      <a:endParaRPr lang="ko-KR" altLang="en-US" sz="1400" dirty="0">
                        <a:solidFill>
                          <a:srgbClr val="C00000"/>
                        </a:solidFill>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44000" indent="-144000" latinLnBrk="1">
                        <a:buFont typeface="Arial" panose="020B0604020202020204" pitchFamily="34" charset="0"/>
                        <a:buChar char="•"/>
                      </a:pPr>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m</a:t>
                      </a:r>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sym typeface="Symbol" panose="05050102010706020507" pitchFamily="18" charset="2"/>
                        </a:rPr>
                        <a:t>n</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sym typeface="Symbol" panose="05050102010706020507" pitchFamily="18" charset="2"/>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sym typeface="Symbol" panose="05050102010706020507" pitchFamily="18" charset="2"/>
                        </a:rPr>
                        <a:t>크기의 </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sym typeface="Symbol" panose="05050102010706020507" pitchFamily="18" charset="2"/>
                        </a:rPr>
                        <a:t>0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sym typeface="Symbol" panose="05050102010706020507" pitchFamily="18" charset="2"/>
                        </a:rPr>
                        <a:t>행렬 생성</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2459307"/>
                  </a:ext>
                </a:extLst>
              </a:tr>
              <a:tr h="550809">
                <a:tc>
                  <a:txBody>
                    <a:bodyPr/>
                    <a:lstStyle/>
                    <a:p>
                      <a:pPr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.ones(m, n)</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44000" indent="-144000" latinLnBrk="1">
                        <a:buFont typeface="Arial" panose="020B0604020202020204" pitchFamily="34" charset="0"/>
                        <a:buChar char="•"/>
                      </a:pPr>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m</a:t>
                      </a:r>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sym typeface="Symbol" panose="05050102010706020507" pitchFamily="18" charset="2"/>
                        </a:rPr>
                        <a:t>n</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sym typeface="Symbol" panose="05050102010706020507" pitchFamily="18" charset="2"/>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sym typeface="Symbol" panose="05050102010706020507" pitchFamily="18" charset="2"/>
                        </a:rPr>
                        <a:t>크기의 유닛</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sym typeface="Symbol" panose="05050102010706020507" pitchFamily="18" charset="2"/>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sym typeface="Symbol" panose="05050102010706020507" pitchFamily="18" charset="2"/>
                        </a:rPr>
                        <a:t>행렬</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sym typeface="Symbol" panose="05050102010706020507" pitchFamily="18" charset="2"/>
                        </a:rPr>
                        <a:t>(</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sym typeface="Symbol" panose="05050102010706020507" pitchFamily="18" charset="2"/>
                        </a:rPr>
                        <a:t>모든 원소가 </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sym typeface="Symbol" panose="05050102010706020507" pitchFamily="18" charset="2"/>
                        </a:rPr>
                        <a:t>1)</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sym typeface="Symbol" panose="05050102010706020507" pitchFamily="18" charset="2"/>
                        </a:rPr>
                        <a:t> 생성</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26287568"/>
                  </a:ext>
                </a:extLst>
              </a:tr>
              <a:tr h="550809">
                <a:tc>
                  <a:txBody>
                    <a:bodyPr/>
                    <a:lstStyle/>
                    <a:p>
                      <a:pPr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.full((m, n), k)</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44000" indent="-144000" latinLnBrk="1">
                        <a:buFont typeface="Arial" panose="020B0604020202020204" pitchFamily="34" charset="0"/>
                        <a:buChar char="•"/>
                      </a:pPr>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m</a:t>
                      </a:r>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sym typeface="Symbol" panose="05050102010706020507" pitchFamily="18" charset="2"/>
                        </a:rPr>
                        <a:t>n</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sym typeface="Symbol" panose="05050102010706020507" pitchFamily="18" charset="2"/>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sym typeface="Symbol" panose="05050102010706020507" pitchFamily="18" charset="2"/>
                        </a:rPr>
                        <a:t>크기의 모든</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sym typeface="Symbol" panose="05050102010706020507" pitchFamily="18" charset="2"/>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sym typeface="Symbol" panose="05050102010706020507" pitchFamily="18" charset="2"/>
                        </a:rPr>
                        <a:t>원소가 </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sym typeface="Symbol" panose="05050102010706020507" pitchFamily="18" charset="2"/>
                        </a:rPr>
                        <a:t>k</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sym typeface="Symbol" panose="05050102010706020507" pitchFamily="18" charset="2"/>
                        </a:rPr>
                        <a:t>인 행렬 생성</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45999453"/>
                  </a:ext>
                </a:extLst>
              </a:tr>
            </a:tbl>
          </a:graphicData>
        </a:graphic>
      </p:graphicFrame>
    </p:spTree>
    <p:extLst>
      <p:ext uri="{BB962C8B-B14F-4D97-AF65-F5344CB8AC3E}">
        <p14:creationId xmlns:p14="http://schemas.microsoft.com/office/powerpoint/2010/main" val="1405276019"/>
      </p:ext>
    </p:extLst>
  </p:cSld>
  <p:clrMapOvr>
    <a:masterClrMapping/>
  </p:clrMapOvr>
  <p:transition>
    <p:diamond/>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037208F-980E-3549-D20A-9E50C9F9C6CD}"/>
              </a:ext>
            </a:extLst>
          </p:cNvPr>
          <p:cNvSpPr>
            <a:spLocks noGrp="1"/>
          </p:cNvSpPr>
          <p:nvPr>
            <p:ph type="title"/>
          </p:nvPr>
        </p:nvSpPr>
        <p:spPr/>
        <p:txBody>
          <a:bodyPr/>
          <a:lstStyle/>
          <a:p>
            <a:r>
              <a:rPr lang="en-US" altLang="ko-KR" dirty="0"/>
              <a:t>OpenCV </a:t>
            </a:r>
            <a:r>
              <a:rPr lang="ko-KR" altLang="en-US" dirty="0"/>
              <a:t>그래픽 함수</a:t>
            </a:r>
          </a:p>
        </p:txBody>
      </p:sp>
      <p:sp>
        <p:nvSpPr>
          <p:cNvPr id="4" name="슬라이드 번호 개체 틀 3">
            <a:extLst>
              <a:ext uri="{FF2B5EF4-FFF2-40B4-BE49-F238E27FC236}">
                <a16:creationId xmlns:a16="http://schemas.microsoft.com/office/drawing/2014/main" id="{F53632C4-B2F5-15E4-A718-191247645C75}"/>
              </a:ext>
            </a:extLst>
          </p:cNvPr>
          <p:cNvSpPr>
            <a:spLocks noGrp="1"/>
          </p:cNvSpPr>
          <p:nvPr>
            <p:ph type="sldNum" sz="quarter" idx="10"/>
          </p:nvPr>
        </p:nvSpPr>
        <p:spPr/>
        <p:txBody>
          <a:bodyPr/>
          <a:lstStyle/>
          <a:p>
            <a:fld id="{0662DF40-CD95-4196-B16C-EF23877BEF64}" type="slidenum">
              <a:rPr lang="en-US" altLang="ko-KR" smtClean="0"/>
              <a:pPr/>
              <a:t>24</a:t>
            </a:fld>
            <a:endParaRPr lang="en-US" altLang="ko-KR"/>
          </a:p>
        </p:txBody>
      </p:sp>
      <p:graphicFrame>
        <p:nvGraphicFramePr>
          <p:cNvPr id="5" name="표 5">
            <a:extLst>
              <a:ext uri="{FF2B5EF4-FFF2-40B4-BE49-F238E27FC236}">
                <a16:creationId xmlns:a16="http://schemas.microsoft.com/office/drawing/2014/main" id="{670AD941-EB44-2560-A0A8-A4D13A8B794D}"/>
              </a:ext>
            </a:extLst>
          </p:cNvPr>
          <p:cNvGraphicFramePr>
            <a:graphicFrameLocks noGrp="1"/>
          </p:cNvGraphicFramePr>
          <p:nvPr>
            <p:extLst>
              <p:ext uri="{D42A27DB-BD31-4B8C-83A1-F6EECF244321}">
                <p14:modId xmlns:p14="http://schemas.microsoft.com/office/powerpoint/2010/main" val="388741056"/>
              </p:ext>
            </p:extLst>
          </p:nvPr>
        </p:nvGraphicFramePr>
        <p:xfrm>
          <a:off x="107950" y="1076425"/>
          <a:ext cx="8928099" cy="5072292"/>
        </p:xfrm>
        <a:graphic>
          <a:graphicData uri="http://schemas.openxmlformats.org/drawingml/2006/table">
            <a:tbl>
              <a:tblPr firstRow="1" bandRow="1">
                <a:tableStyleId>{5C22544A-7EE6-4342-B048-85BDC9FD1C3A}</a:tableStyleId>
              </a:tblPr>
              <a:tblGrid>
                <a:gridCol w="2447826">
                  <a:extLst>
                    <a:ext uri="{9D8B030D-6E8A-4147-A177-3AD203B41FA5}">
                      <a16:colId xmlns:a16="http://schemas.microsoft.com/office/drawing/2014/main" val="1542221480"/>
                    </a:ext>
                  </a:extLst>
                </a:gridCol>
                <a:gridCol w="1512168">
                  <a:extLst>
                    <a:ext uri="{9D8B030D-6E8A-4147-A177-3AD203B41FA5}">
                      <a16:colId xmlns:a16="http://schemas.microsoft.com/office/drawing/2014/main" val="3692679926"/>
                    </a:ext>
                  </a:extLst>
                </a:gridCol>
                <a:gridCol w="1368152">
                  <a:extLst>
                    <a:ext uri="{9D8B030D-6E8A-4147-A177-3AD203B41FA5}">
                      <a16:colId xmlns:a16="http://schemas.microsoft.com/office/drawing/2014/main" val="1893711446"/>
                    </a:ext>
                  </a:extLst>
                </a:gridCol>
                <a:gridCol w="3599953">
                  <a:extLst>
                    <a:ext uri="{9D8B030D-6E8A-4147-A177-3AD203B41FA5}">
                      <a16:colId xmlns:a16="http://schemas.microsoft.com/office/drawing/2014/main" val="2196734869"/>
                    </a:ext>
                  </a:extLst>
                </a:gridCol>
              </a:tblGrid>
              <a:tr h="277092">
                <a:tc>
                  <a:txBody>
                    <a:bodyPr/>
                    <a:lstStyle/>
                    <a:p>
                      <a:pPr algn="ct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함수</a:t>
                      </a: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기능</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반환형</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파라미터</a:t>
                      </a: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04433512"/>
                  </a:ext>
                </a:extLst>
              </a:tr>
              <a:tr h="1298816">
                <a:tc>
                  <a:txBody>
                    <a:bodyPr/>
                    <a:lstStyle/>
                    <a:p>
                      <a:pPr latinLnBrk="1"/>
                      <a:r>
                        <a:rPr lang="en-US" altLang="ko-KR" sz="1400" b="0" i="0" kern="1200" dirty="0" err="1">
                          <a:solidFill>
                            <a:schemeClr val="dk1"/>
                          </a:solidFill>
                          <a:effectLst/>
                          <a:latin typeface="맑은 고딕" panose="020B0503020000020004" pitchFamily="50" charset="-127"/>
                          <a:ea typeface="맑은 고딕" panose="020B0503020000020004" pitchFamily="50" charset="-127"/>
                          <a:cs typeface="+mn-cs"/>
                        </a:rPr>
                        <a:t>numpy.zeros</a:t>
                      </a:r>
                      <a:r>
                        <a:rPr lang="en-US" altLang="ko-KR" sz="1400" b="0" i="0" kern="1200" dirty="0">
                          <a:solidFill>
                            <a:schemeClr val="dk1"/>
                          </a:solidFill>
                          <a:effectLst/>
                          <a:latin typeface="맑은 고딕" panose="020B0503020000020004" pitchFamily="50" charset="-127"/>
                          <a:ea typeface="맑은 고딕" panose="020B0503020000020004" pitchFamily="50" charset="-127"/>
                          <a:cs typeface="+mn-cs"/>
                        </a:rPr>
                        <a:t>(</a:t>
                      </a:r>
                      <a:r>
                        <a:rPr lang="en-US" altLang="ko-KR" sz="1400" b="0" i="1" kern="1200" dirty="0">
                          <a:solidFill>
                            <a:schemeClr val="dk1"/>
                          </a:solidFill>
                          <a:effectLst/>
                          <a:latin typeface="맑은 고딕" panose="020B0503020000020004" pitchFamily="50" charset="-127"/>
                          <a:ea typeface="맑은 고딕" panose="020B0503020000020004" pitchFamily="50" charset="-127"/>
                          <a:cs typeface="+mn-cs"/>
                        </a:rPr>
                        <a:t>shape</a:t>
                      </a:r>
                      <a:r>
                        <a:rPr lang="en-US" altLang="ko-KR" sz="1400" b="0" i="0" kern="1200" dirty="0">
                          <a:solidFill>
                            <a:schemeClr val="dk1"/>
                          </a:solidFill>
                          <a:effectLst/>
                          <a:latin typeface="맑은 고딕" panose="020B0503020000020004" pitchFamily="50" charset="-127"/>
                          <a:ea typeface="맑은 고딕" panose="020B0503020000020004" pitchFamily="50" charset="-127"/>
                          <a:cs typeface="+mn-cs"/>
                        </a:rPr>
                        <a:t>, </a:t>
                      </a:r>
                      <a:r>
                        <a:rPr lang="en-US" altLang="ko-KR" sz="1400" b="0" i="1" kern="1200" dirty="0" err="1">
                          <a:solidFill>
                            <a:schemeClr val="dk1"/>
                          </a:solidFill>
                          <a:effectLst/>
                          <a:latin typeface="맑은 고딕" panose="020B0503020000020004" pitchFamily="50" charset="-127"/>
                          <a:ea typeface="맑은 고딕" panose="020B0503020000020004" pitchFamily="50" charset="-127"/>
                          <a:cs typeface="+mn-cs"/>
                        </a:rPr>
                        <a:t>dtype</a:t>
                      </a:r>
                      <a:r>
                        <a:rPr lang="en-US" altLang="ko-KR" sz="1400" b="0" i="1" kern="1200" dirty="0">
                          <a:solidFill>
                            <a:schemeClr val="dk1"/>
                          </a:solidFill>
                          <a:effectLst/>
                          <a:latin typeface="맑은 고딕" panose="020B0503020000020004" pitchFamily="50" charset="-127"/>
                          <a:ea typeface="맑은 고딕" panose="020B0503020000020004" pitchFamily="50" charset="-127"/>
                          <a:cs typeface="+mn-cs"/>
                        </a:rPr>
                        <a:t>=float</a:t>
                      </a:r>
                      <a:r>
                        <a:rPr lang="en-US" altLang="ko-KR" sz="1400" b="0" i="0" kern="1200" dirty="0">
                          <a:solidFill>
                            <a:schemeClr val="dk1"/>
                          </a:solidFill>
                          <a:effectLst/>
                          <a:latin typeface="맑은 고딕" panose="020B0503020000020004" pitchFamily="50" charset="-127"/>
                          <a:ea typeface="맑은 고딕" panose="020B0503020000020004" pitchFamily="50" charset="-127"/>
                          <a:cs typeface="+mn-cs"/>
                        </a:rPr>
                        <a:t>, </a:t>
                      </a:r>
                      <a:r>
                        <a:rPr lang="en-US" altLang="ko-KR" sz="1400" b="0" i="1" kern="1200" dirty="0">
                          <a:solidFill>
                            <a:schemeClr val="dk1"/>
                          </a:solidFill>
                          <a:effectLst/>
                          <a:latin typeface="맑은 고딕" panose="020B0503020000020004" pitchFamily="50" charset="-127"/>
                          <a:ea typeface="맑은 고딕" panose="020B0503020000020004" pitchFamily="50" charset="-127"/>
                          <a:cs typeface="+mn-cs"/>
                        </a:rPr>
                        <a:t>order='C'</a:t>
                      </a:r>
                      <a:r>
                        <a:rPr lang="en-US" altLang="ko-KR" sz="1400" b="0" i="0" kern="1200" dirty="0">
                          <a:solidFill>
                            <a:schemeClr val="dk1"/>
                          </a:solidFill>
                          <a:effectLst/>
                          <a:latin typeface="맑은 고딕" panose="020B0503020000020004" pitchFamily="50" charset="-127"/>
                          <a:ea typeface="맑은 고딕" panose="020B0503020000020004" pitchFamily="50" charset="-127"/>
                          <a:cs typeface="+mn-cs"/>
                        </a:rPr>
                        <a:t>, </a:t>
                      </a:r>
                      <a:r>
                        <a:rPr lang="en-US" altLang="ko-KR" sz="1400" b="0" i="1" kern="1200" dirty="0">
                          <a:solidFill>
                            <a:schemeClr val="dk1"/>
                          </a:solidFill>
                          <a:effectLst/>
                          <a:latin typeface="맑은 고딕" panose="020B0503020000020004" pitchFamily="50" charset="-127"/>
                          <a:ea typeface="맑은 고딕" panose="020B0503020000020004" pitchFamily="50" charset="-127"/>
                          <a:cs typeface="+mn-cs"/>
                        </a:rPr>
                        <a:t>*</a:t>
                      </a:r>
                      <a:r>
                        <a:rPr lang="en-US" altLang="ko-KR" sz="1400" b="0" i="0" kern="1200" dirty="0">
                          <a:solidFill>
                            <a:schemeClr val="dk1"/>
                          </a:solidFill>
                          <a:effectLst/>
                          <a:latin typeface="맑은 고딕" panose="020B0503020000020004" pitchFamily="50" charset="-127"/>
                          <a:ea typeface="맑은 고딕" panose="020B0503020000020004" pitchFamily="50" charset="-127"/>
                          <a:cs typeface="+mn-cs"/>
                        </a:rPr>
                        <a:t>, </a:t>
                      </a:r>
                      <a:r>
                        <a:rPr lang="en-US" altLang="ko-KR" sz="1400" b="0" i="1" kern="1200" dirty="0">
                          <a:solidFill>
                            <a:schemeClr val="dk1"/>
                          </a:solidFill>
                          <a:effectLst/>
                          <a:latin typeface="맑은 고딕" panose="020B0503020000020004" pitchFamily="50" charset="-127"/>
                          <a:ea typeface="맑은 고딕" panose="020B0503020000020004" pitchFamily="50" charset="-127"/>
                          <a:cs typeface="+mn-cs"/>
                        </a:rPr>
                        <a:t>like=None</a:t>
                      </a:r>
                      <a:r>
                        <a:rPr lang="en-US" altLang="ko-KR" sz="1400" b="0" i="0" kern="1200" dirty="0">
                          <a:solidFill>
                            <a:schemeClr val="dk1"/>
                          </a:solidFill>
                          <a:effectLst/>
                          <a:latin typeface="맑은 고딕" panose="020B0503020000020004" pitchFamily="50" charset="-127"/>
                          <a:ea typeface="맑은 고딕" panose="020B0503020000020004" pitchFamily="50" charset="-127"/>
                          <a:cs typeface="+mn-cs"/>
                        </a:rPr>
                        <a:t>)</a:t>
                      </a:r>
                      <a:endParaRPr lang="ko-KR" altLang="en-US" sz="1400" b="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r>
                        <a:rPr lang="ko-KR" altLang="en-US" sz="1400" b="0" dirty="0">
                          <a:solidFill>
                            <a:schemeClr val="tx1">
                              <a:lumMod val="65000"/>
                              <a:lumOff val="35000"/>
                            </a:schemeClr>
                          </a:solidFill>
                          <a:latin typeface="맑은 고딕" panose="020B0503020000020004" pitchFamily="50" charset="-127"/>
                          <a:ea typeface="맑은 고딕" panose="020B0503020000020004" pitchFamily="50" charset="-127"/>
                        </a:rPr>
                        <a:t>주어진 모양과 형식의 배열을 반환</a:t>
                      </a:r>
                      <a:r>
                        <a:rPr lang="en-US" altLang="ko-KR" sz="1400" b="0" dirty="0">
                          <a:solidFill>
                            <a:schemeClr val="tx1">
                              <a:lumMod val="65000"/>
                              <a:lumOff val="35000"/>
                            </a:schemeClr>
                          </a:solidFill>
                          <a:latin typeface="맑은 고딕" panose="020B0503020000020004" pitchFamily="50" charset="-127"/>
                          <a:ea typeface="맑은 고딕" panose="020B0503020000020004" pitchFamily="50" charset="-127"/>
                        </a:rPr>
                        <a:t>, 0</a:t>
                      </a:r>
                      <a:r>
                        <a:rPr lang="ko-KR" altLang="en-US" sz="1400" b="0" dirty="0">
                          <a:solidFill>
                            <a:schemeClr val="tx1">
                              <a:lumMod val="65000"/>
                              <a:lumOff val="35000"/>
                            </a:schemeClr>
                          </a:solidFill>
                          <a:latin typeface="맑은 고딕" panose="020B0503020000020004" pitchFamily="50" charset="-127"/>
                          <a:ea typeface="맑은 고딕" panose="020B0503020000020004" pitchFamily="50" charset="-127"/>
                        </a:rPr>
                        <a:t>으로 </a:t>
                      </a:r>
                      <a:r>
                        <a:rPr lang="ko-KR" altLang="en-US" sz="1400" b="0" dirty="0" err="1">
                          <a:solidFill>
                            <a:schemeClr val="tx1">
                              <a:lumMod val="65000"/>
                              <a:lumOff val="35000"/>
                            </a:schemeClr>
                          </a:solidFill>
                          <a:latin typeface="맑은 고딕" panose="020B0503020000020004" pitchFamily="50" charset="-127"/>
                          <a:ea typeface="맑은 고딕" panose="020B0503020000020004" pitchFamily="50" charset="-127"/>
                        </a:rPr>
                        <a:t>채워짐</a:t>
                      </a:r>
                      <a:r>
                        <a:rPr lang="ko-KR" altLang="en-US" sz="1400" b="0" dirty="0">
                          <a:solidFill>
                            <a:schemeClr val="tx1">
                              <a:lumMod val="65000"/>
                              <a:lumOff val="35000"/>
                            </a:schemeClr>
                          </a:solidFill>
                          <a:latin typeface="맑은 고딕" panose="020B0503020000020004" pitchFamily="50" charset="-127"/>
                          <a:ea typeface="맑은 고딕" panose="020B0503020000020004" pitchFamily="50" charset="-127"/>
                        </a:rPr>
                        <a:t> </a:t>
                      </a:r>
                      <a:r>
                        <a:rPr lang="en-US" altLang="ko-KR" sz="1400" b="0" dirty="0">
                          <a:solidFill>
                            <a:schemeClr val="tx1">
                              <a:lumMod val="65000"/>
                              <a:lumOff val="35000"/>
                            </a:schemeClr>
                          </a:solidFill>
                          <a:latin typeface="맑은 고딕" panose="020B0503020000020004" pitchFamily="50" charset="-127"/>
                          <a:ea typeface="맑은 고딕" panose="020B0503020000020004" pitchFamily="50" charset="-127"/>
                          <a:sym typeface="Wingdings" panose="05000000000000000000" pitchFamily="2" charset="2"/>
                        </a:rPr>
                        <a:t> </a:t>
                      </a:r>
                      <a:r>
                        <a:rPr lang="ko-KR" altLang="en-US" sz="1400" b="0" dirty="0">
                          <a:solidFill>
                            <a:schemeClr val="tx1">
                              <a:lumMod val="65000"/>
                              <a:lumOff val="35000"/>
                            </a:schemeClr>
                          </a:solidFill>
                          <a:latin typeface="맑은 고딕" panose="020B0503020000020004" pitchFamily="50" charset="-127"/>
                          <a:ea typeface="맑은 고딕" panose="020B0503020000020004" pitchFamily="50" charset="-127"/>
                          <a:sym typeface="Wingdings" panose="05000000000000000000" pitchFamily="2" charset="2"/>
                        </a:rPr>
                        <a:t>스케치북으로 사용</a:t>
                      </a:r>
                      <a:endParaRPr lang="ko-KR" altLang="en-US" sz="1400" b="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ndarray</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주어진</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형식</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데이터 타입</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그리고 차원의 </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0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배열</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shape :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정수 혹은 순서 있는</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정수 쌍</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(tuple)</a:t>
                      </a:r>
                    </a:p>
                    <a:p>
                      <a:pPr latinLnBrk="1"/>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dttype</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 date-type(optional)</a:t>
                      </a:r>
                    </a:p>
                    <a:p>
                      <a:pPr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order : {‘C’, ’F’} (optional), </a:t>
                      </a:r>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C</a:t>
                      </a:r>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sym typeface="Wingdings" panose="05000000000000000000" pitchFamily="2" charset="2"/>
                        </a:rPr>
                        <a:t>row-major</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sym typeface="Wingdings" panose="05000000000000000000" pitchFamily="2" charset="2"/>
                        </a:rPr>
                        <a:t>, F column major</a:t>
                      </a:r>
                    </a:p>
                    <a:p>
                      <a:pPr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sym typeface="Wingdings" panose="05000000000000000000" pitchFamily="2" charset="2"/>
                        </a:rPr>
                        <a:t>like : array-like (optional),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sym typeface="Wingdings" panose="05000000000000000000" pitchFamily="2" charset="2"/>
                        </a:rPr>
                        <a:t>비</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sym typeface="Wingdings" panose="05000000000000000000" pitchFamily="2" charset="2"/>
                        </a:rPr>
                        <a:t> </a:t>
                      </a:r>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sym typeface="Wingdings" panose="05000000000000000000" pitchFamily="2" charset="2"/>
                        </a:rPr>
                        <a:t>Numpy</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sym typeface="Wingdings" panose="05000000000000000000" pitchFamily="2" charset="2"/>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sym typeface="Wingdings" panose="05000000000000000000" pitchFamily="2" charset="2"/>
                        </a:rPr>
                        <a:t>배열 생성 가능</a:t>
                      </a:r>
                      <a:endParaRPr lang="ko-KR" altLang="en-US" sz="1200" dirty="0">
                        <a:solidFill>
                          <a:srgbClr val="0070C0"/>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76873054"/>
                  </a:ext>
                </a:extLst>
              </a:tr>
              <a:tr h="8986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cv2.line(</a:t>
                      </a:r>
                      <a:r>
                        <a:rPr lang="en-US" altLang="ko-KR" sz="1400" i="1" dirty="0" err="1">
                          <a:solidFill>
                            <a:schemeClr val="tx1">
                              <a:lumMod val="65000"/>
                              <a:lumOff val="35000"/>
                            </a:schemeClr>
                          </a:solidFill>
                          <a:latin typeface="맑은 고딕" panose="020B0503020000020004" pitchFamily="50" charset="-127"/>
                          <a:ea typeface="맑은 고딕" panose="020B0503020000020004" pitchFamily="50" charset="-127"/>
                        </a:rPr>
                        <a:t>img</a:t>
                      </a:r>
                      <a:r>
                        <a:rPr lang="en-US" altLang="ko-KR" sz="1400" i="1" dirty="0">
                          <a:solidFill>
                            <a:schemeClr val="tx1">
                              <a:lumMod val="65000"/>
                              <a:lumOff val="35000"/>
                            </a:schemeClr>
                          </a:solidFill>
                          <a:latin typeface="맑은 고딕" panose="020B0503020000020004" pitchFamily="50" charset="-127"/>
                          <a:ea typeface="맑은 고딕" panose="020B0503020000020004" pitchFamily="50" charset="-127"/>
                        </a:rPr>
                        <a:t>, start, end, color, thickness</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직선 그리기</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Numpy</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배열</a:t>
                      </a:r>
                      <a:endPar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이미지 파일</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img</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그림을</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그릴 이미지 파일</a:t>
                      </a:r>
                      <a:endPar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endParaRPr>
                    </a:p>
                    <a:p>
                      <a:pPr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start, end :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시작점</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끝점</a:t>
                      </a:r>
                      <a:endPar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endParaRPr>
                    </a:p>
                    <a:p>
                      <a:pPr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color : BGR</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 형식의</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색깔</a:t>
                      </a:r>
                      <a:endPar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endParaRPr>
                    </a:p>
                    <a:p>
                      <a:pPr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thickness :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두께</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(pixel)</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56462357"/>
                  </a:ext>
                </a:extLst>
              </a:tr>
              <a:tr h="69144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cv2.rectangle(</a:t>
                      </a:r>
                      <a:r>
                        <a:rPr lang="en-US" altLang="ko-KR" sz="1400" i="1" dirty="0" err="1">
                          <a:solidFill>
                            <a:schemeClr val="tx1">
                              <a:lumMod val="65000"/>
                              <a:lumOff val="35000"/>
                            </a:schemeClr>
                          </a:solidFill>
                          <a:latin typeface="맑은 고딕" panose="020B0503020000020004" pitchFamily="50" charset="-127"/>
                          <a:ea typeface="맑은 고딕" panose="020B0503020000020004" pitchFamily="50" charset="-127"/>
                        </a:rPr>
                        <a:t>img</a:t>
                      </a:r>
                      <a:r>
                        <a:rPr lang="en-US" altLang="ko-KR" sz="1400" i="1" dirty="0">
                          <a:solidFill>
                            <a:schemeClr val="tx1">
                              <a:lumMod val="65000"/>
                              <a:lumOff val="35000"/>
                            </a:schemeClr>
                          </a:solidFill>
                          <a:latin typeface="맑은 고딕" panose="020B0503020000020004" pitchFamily="50" charset="-127"/>
                          <a:ea typeface="맑은 고딕" panose="020B0503020000020004" pitchFamily="50" charset="-127"/>
                        </a:rPr>
                        <a:t>, start, end, color, thickness</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사각형</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그리기</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Numpy</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배열</a:t>
                      </a:r>
                      <a:endPar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이미지 파일</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598993"/>
                  </a:ext>
                </a:extLst>
              </a:tr>
              <a:tr h="69144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cv2.circle(</a:t>
                      </a:r>
                      <a:r>
                        <a:rPr lang="en-US" altLang="ko-KR" sz="1400" i="1" dirty="0" err="1">
                          <a:solidFill>
                            <a:schemeClr val="tx1">
                              <a:lumMod val="65000"/>
                              <a:lumOff val="35000"/>
                            </a:schemeClr>
                          </a:solidFill>
                          <a:latin typeface="맑은 고딕" panose="020B0503020000020004" pitchFamily="50" charset="-127"/>
                          <a:ea typeface="맑은 고딕" panose="020B0503020000020004" pitchFamily="50" charset="-127"/>
                        </a:rPr>
                        <a:t>img</a:t>
                      </a:r>
                      <a:r>
                        <a:rPr lang="en-US" altLang="ko-KR" sz="1400" i="1" dirty="0">
                          <a:solidFill>
                            <a:schemeClr val="tx1">
                              <a:lumMod val="65000"/>
                              <a:lumOff val="35000"/>
                            </a:schemeClr>
                          </a:solidFill>
                          <a:latin typeface="맑은 고딕" panose="020B0503020000020004" pitchFamily="50" charset="-127"/>
                          <a:ea typeface="맑은 고딕" panose="020B0503020000020004" pitchFamily="50" charset="-127"/>
                        </a:rPr>
                        <a:t>, center, radian, color, thickness</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원</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그리기</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Numpy</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배열</a:t>
                      </a:r>
                      <a:endPar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이미지 파일</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p>
                    <a:p>
                      <a:pPr algn="l"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center :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중심점</a:t>
                      </a:r>
                      <a:endPar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endParaRPr>
                    </a:p>
                    <a:p>
                      <a:pPr algn="l"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radian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반지름</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43010014"/>
                  </a:ext>
                </a:extLst>
              </a:tr>
              <a:tr h="110580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cv2.ellipse(</a:t>
                      </a:r>
                      <a:r>
                        <a:rPr lang="en-US" altLang="ko-KR" sz="1400" i="1" dirty="0" err="1">
                          <a:solidFill>
                            <a:schemeClr val="tx1">
                              <a:lumMod val="65000"/>
                              <a:lumOff val="35000"/>
                            </a:schemeClr>
                          </a:solidFill>
                          <a:latin typeface="맑은 고딕" panose="020B0503020000020004" pitchFamily="50" charset="-127"/>
                          <a:ea typeface="맑은 고딕" panose="020B0503020000020004" pitchFamily="50" charset="-127"/>
                        </a:rPr>
                        <a:t>img</a:t>
                      </a:r>
                      <a:r>
                        <a:rPr lang="en-US" altLang="ko-KR" sz="1400" i="1" dirty="0">
                          <a:solidFill>
                            <a:schemeClr val="tx1">
                              <a:lumMod val="65000"/>
                              <a:lumOff val="35000"/>
                            </a:schemeClr>
                          </a:solidFill>
                          <a:latin typeface="맑은 고딕" panose="020B0503020000020004" pitchFamily="50" charset="-127"/>
                          <a:ea typeface="맑은 고딕" panose="020B0503020000020004" pitchFamily="50" charset="-127"/>
                        </a:rPr>
                        <a:t>, center, axes, angle,</a:t>
                      </a:r>
                      <a:r>
                        <a:rPr lang="ko-KR" altLang="en-US" sz="1400" i="1" dirty="0">
                          <a:solidFill>
                            <a:schemeClr val="tx1">
                              <a:lumMod val="65000"/>
                              <a:lumOff val="35000"/>
                            </a:schemeClr>
                          </a:solidFill>
                          <a:latin typeface="맑은 고딕" panose="020B0503020000020004" pitchFamily="50" charset="-127"/>
                          <a:ea typeface="맑은 고딕" panose="020B0503020000020004" pitchFamily="50" charset="-127"/>
                        </a:rPr>
                        <a:t> </a:t>
                      </a:r>
                      <a:r>
                        <a:rPr lang="en-US" altLang="ko-KR" sz="1400" i="1" dirty="0" err="1">
                          <a:solidFill>
                            <a:schemeClr val="tx1">
                              <a:lumMod val="65000"/>
                              <a:lumOff val="35000"/>
                            </a:schemeClr>
                          </a:solidFill>
                          <a:latin typeface="맑은 고딕" panose="020B0503020000020004" pitchFamily="50" charset="-127"/>
                          <a:ea typeface="맑은 고딕" panose="020B0503020000020004" pitchFamily="50" charset="-127"/>
                        </a:rPr>
                        <a:t>startAngle</a:t>
                      </a:r>
                      <a:r>
                        <a:rPr lang="en-US" altLang="ko-KR" sz="1400" i="1" dirty="0">
                          <a:solidFill>
                            <a:schemeClr val="tx1">
                              <a:lumMod val="65000"/>
                              <a:lumOff val="35000"/>
                            </a:schemeClr>
                          </a:solidFill>
                          <a:latin typeface="맑은 고딕" panose="020B0503020000020004" pitchFamily="50" charset="-127"/>
                          <a:ea typeface="맑은 고딕" panose="020B0503020000020004" pitchFamily="50" charset="-127"/>
                        </a:rPr>
                        <a:t>, </a:t>
                      </a:r>
                      <a:r>
                        <a:rPr lang="en-US" altLang="ko-KR" sz="1400" i="1" dirty="0" err="1">
                          <a:solidFill>
                            <a:schemeClr val="tx1">
                              <a:lumMod val="65000"/>
                              <a:lumOff val="35000"/>
                            </a:schemeClr>
                          </a:solidFill>
                          <a:latin typeface="맑은 고딕" panose="020B0503020000020004" pitchFamily="50" charset="-127"/>
                          <a:ea typeface="맑은 고딕" panose="020B0503020000020004" pitchFamily="50" charset="-127"/>
                        </a:rPr>
                        <a:t>endAngle</a:t>
                      </a:r>
                      <a:r>
                        <a:rPr lang="en-US" altLang="ko-KR" sz="1400" i="1" dirty="0">
                          <a:solidFill>
                            <a:schemeClr val="tx1">
                              <a:lumMod val="65000"/>
                              <a:lumOff val="35000"/>
                            </a:schemeClr>
                          </a:solidFill>
                          <a:latin typeface="맑은 고딕" panose="020B0503020000020004" pitchFamily="50" charset="-127"/>
                          <a:ea typeface="맑은 고딕" panose="020B0503020000020004" pitchFamily="50" charset="-127"/>
                        </a:rPr>
                        <a:t>, color, thickness</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타원 그리기</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Numpy</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배열</a:t>
                      </a:r>
                      <a:endPar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이미지 파일</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axes</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중심에서 가장 큰 거리와 작은 거리</a:t>
                      </a:r>
                      <a:endPar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endParaRPr>
                    </a:p>
                    <a:p>
                      <a:pPr algn="l"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angle :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타원의 기울기 각</a:t>
                      </a:r>
                      <a:endPar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endParaRPr>
                    </a:p>
                    <a:p>
                      <a:pPr algn="l" latinLnBrk="1"/>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startAngle</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타원의 시작 각</a:t>
                      </a:r>
                      <a:endPar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endParaRPr>
                    </a:p>
                    <a:p>
                      <a:pPr algn="l" latinLnBrk="1"/>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endAngle</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타원의 끝 각</a:t>
                      </a: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8423204"/>
                  </a:ext>
                </a:extLst>
              </a:tr>
            </a:tbl>
          </a:graphicData>
        </a:graphic>
      </p:graphicFrame>
    </p:spTree>
    <p:extLst>
      <p:ext uri="{BB962C8B-B14F-4D97-AF65-F5344CB8AC3E}">
        <p14:creationId xmlns:p14="http://schemas.microsoft.com/office/powerpoint/2010/main" val="3953124274"/>
      </p:ext>
    </p:extLst>
  </p:cSld>
  <p:clrMapOvr>
    <a:masterClrMapping/>
  </p:clrMapOvr>
  <p:transition>
    <p:diamond/>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037208F-980E-3549-D20A-9E50C9F9C6CD}"/>
              </a:ext>
            </a:extLst>
          </p:cNvPr>
          <p:cNvSpPr>
            <a:spLocks noGrp="1"/>
          </p:cNvSpPr>
          <p:nvPr>
            <p:ph type="title"/>
          </p:nvPr>
        </p:nvSpPr>
        <p:spPr/>
        <p:txBody>
          <a:bodyPr/>
          <a:lstStyle/>
          <a:p>
            <a:r>
              <a:rPr lang="en-US" altLang="ko-KR" dirty="0"/>
              <a:t>OpenCV </a:t>
            </a:r>
            <a:r>
              <a:rPr lang="ko-KR" altLang="en-US" dirty="0"/>
              <a:t>그래픽 함수</a:t>
            </a:r>
          </a:p>
        </p:txBody>
      </p:sp>
      <p:sp>
        <p:nvSpPr>
          <p:cNvPr id="3" name="내용 개체 틀 2">
            <a:extLst>
              <a:ext uri="{FF2B5EF4-FFF2-40B4-BE49-F238E27FC236}">
                <a16:creationId xmlns:a16="http://schemas.microsoft.com/office/drawing/2014/main" id="{D6225008-0C5E-4818-B3D3-A9ABA427E2FA}"/>
              </a:ext>
            </a:extLst>
          </p:cNvPr>
          <p:cNvSpPr>
            <a:spLocks noGrp="1"/>
          </p:cNvSpPr>
          <p:nvPr>
            <p:ph idx="1"/>
          </p:nvPr>
        </p:nvSpPr>
        <p:spPr/>
        <p:txBody>
          <a:bodyPr/>
          <a:lstStyle/>
          <a:p>
            <a:endParaRPr lang="en-US" altLang="ko-KR" dirty="0"/>
          </a:p>
          <a:p>
            <a:endParaRPr lang="en-US" altLang="ko-KR" dirty="0"/>
          </a:p>
          <a:p>
            <a:endParaRPr lang="en-US" altLang="ko-KR" dirty="0"/>
          </a:p>
          <a:p>
            <a:endParaRPr lang="en-US" altLang="ko-KR" dirty="0"/>
          </a:p>
          <a:p>
            <a:endParaRPr lang="en-US" altLang="ko-KR" dirty="0"/>
          </a:p>
          <a:p>
            <a:endParaRPr lang="en-US" altLang="ko-KR" dirty="0"/>
          </a:p>
          <a:p>
            <a:r>
              <a:rPr lang="ko-KR" altLang="en-US" dirty="0"/>
              <a:t>선의 종류</a:t>
            </a:r>
          </a:p>
        </p:txBody>
      </p:sp>
      <p:sp>
        <p:nvSpPr>
          <p:cNvPr id="4" name="슬라이드 번호 개체 틀 3">
            <a:extLst>
              <a:ext uri="{FF2B5EF4-FFF2-40B4-BE49-F238E27FC236}">
                <a16:creationId xmlns:a16="http://schemas.microsoft.com/office/drawing/2014/main" id="{F53632C4-B2F5-15E4-A718-191247645C75}"/>
              </a:ext>
            </a:extLst>
          </p:cNvPr>
          <p:cNvSpPr>
            <a:spLocks noGrp="1"/>
          </p:cNvSpPr>
          <p:nvPr>
            <p:ph type="sldNum" sz="quarter" idx="10"/>
          </p:nvPr>
        </p:nvSpPr>
        <p:spPr/>
        <p:txBody>
          <a:bodyPr/>
          <a:lstStyle/>
          <a:p>
            <a:fld id="{0662DF40-CD95-4196-B16C-EF23877BEF64}" type="slidenum">
              <a:rPr lang="en-US" altLang="ko-KR" smtClean="0"/>
              <a:pPr/>
              <a:t>25</a:t>
            </a:fld>
            <a:endParaRPr lang="en-US" altLang="ko-KR"/>
          </a:p>
        </p:txBody>
      </p:sp>
      <p:graphicFrame>
        <p:nvGraphicFramePr>
          <p:cNvPr id="5" name="표 5">
            <a:extLst>
              <a:ext uri="{FF2B5EF4-FFF2-40B4-BE49-F238E27FC236}">
                <a16:creationId xmlns:a16="http://schemas.microsoft.com/office/drawing/2014/main" id="{670AD941-EB44-2560-A0A8-A4D13A8B794D}"/>
              </a:ext>
            </a:extLst>
          </p:cNvPr>
          <p:cNvGraphicFramePr>
            <a:graphicFrameLocks noGrp="1"/>
          </p:cNvGraphicFramePr>
          <p:nvPr>
            <p:extLst>
              <p:ext uri="{D42A27DB-BD31-4B8C-83A1-F6EECF244321}">
                <p14:modId xmlns:p14="http://schemas.microsoft.com/office/powerpoint/2010/main" val="3232558267"/>
              </p:ext>
            </p:extLst>
          </p:nvPr>
        </p:nvGraphicFramePr>
        <p:xfrm>
          <a:off x="107950" y="1071408"/>
          <a:ext cx="8928099" cy="2562960"/>
        </p:xfrm>
        <a:graphic>
          <a:graphicData uri="http://schemas.openxmlformats.org/drawingml/2006/table">
            <a:tbl>
              <a:tblPr firstRow="1" bandRow="1">
                <a:tableStyleId>{5C22544A-7EE6-4342-B048-85BDC9FD1C3A}</a:tableStyleId>
              </a:tblPr>
              <a:tblGrid>
                <a:gridCol w="2735858">
                  <a:extLst>
                    <a:ext uri="{9D8B030D-6E8A-4147-A177-3AD203B41FA5}">
                      <a16:colId xmlns:a16="http://schemas.microsoft.com/office/drawing/2014/main" val="1542221480"/>
                    </a:ext>
                  </a:extLst>
                </a:gridCol>
                <a:gridCol w="1584176">
                  <a:extLst>
                    <a:ext uri="{9D8B030D-6E8A-4147-A177-3AD203B41FA5}">
                      <a16:colId xmlns:a16="http://schemas.microsoft.com/office/drawing/2014/main" val="3692679926"/>
                    </a:ext>
                  </a:extLst>
                </a:gridCol>
                <a:gridCol w="1512168">
                  <a:extLst>
                    <a:ext uri="{9D8B030D-6E8A-4147-A177-3AD203B41FA5}">
                      <a16:colId xmlns:a16="http://schemas.microsoft.com/office/drawing/2014/main" val="1893711446"/>
                    </a:ext>
                  </a:extLst>
                </a:gridCol>
                <a:gridCol w="3095897">
                  <a:extLst>
                    <a:ext uri="{9D8B030D-6E8A-4147-A177-3AD203B41FA5}">
                      <a16:colId xmlns:a16="http://schemas.microsoft.com/office/drawing/2014/main" val="2196734869"/>
                    </a:ext>
                  </a:extLst>
                </a:gridCol>
              </a:tblGrid>
              <a:tr h="212723">
                <a:tc>
                  <a:txBody>
                    <a:bodyPr/>
                    <a:lstStyle/>
                    <a:p>
                      <a:pPr algn="ct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함수</a:t>
                      </a: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기능</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반환형</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파라미터</a:t>
                      </a: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04433512"/>
                  </a:ext>
                </a:extLst>
              </a:tr>
              <a:tr h="37177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cv2.polylines(</a:t>
                      </a:r>
                      <a:r>
                        <a:rPr lang="en-US" altLang="ko-KR" sz="1400" i="1" dirty="0" err="1">
                          <a:solidFill>
                            <a:schemeClr val="tx1">
                              <a:lumMod val="65000"/>
                              <a:lumOff val="35000"/>
                            </a:schemeClr>
                          </a:solidFill>
                          <a:latin typeface="맑은 고딕" panose="020B0503020000020004" pitchFamily="50" charset="-127"/>
                          <a:ea typeface="맑은 고딕" panose="020B0503020000020004" pitchFamily="50" charset="-127"/>
                        </a:rPr>
                        <a:t>img</a:t>
                      </a:r>
                      <a:r>
                        <a:rPr lang="en-US" altLang="ko-KR" sz="1400" i="1" dirty="0">
                          <a:solidFill>
                            <a:schemeClr val="tx1">
                              <a:lumMod val="65000"/>
                              <a:lumOff val="35000"/>
                            </a:schemeClr>
                          </a:solidFill>
                          <a:latin typeface="맑은 고딕" panose="020B0503020000020004" pitchFamily="50" charset="-127"/>
                          <a:ea typeface="맑은 고딕" panose="020B0503020000020004" pitchFamily="50" charset="-127"/>
                        </a:rPr>
                        <a:t>, pts, </a:t>
                      </a:r>
                      <a:r>
                        <a:rPr lang="en-US" altLang="ko-KR" sz="1400" i="1" dirty="0" err="1">
                          <a:solidFill>
                            <a:schemeClr val="tx1">
                              <a:lumMod val="65000"/>
                              <a:lumOff val="35000"/>
                            </a:schemeClr>
                          </a:solidFill>
                          <a:latin typeface="맑은 고딕" panose="020B0503020000020004" pitchFamily="50" charset="-127"/>
                          <a:ea typeface="맑은 고딕" panose="020B0503020000020004" pitchFamily="50" charset="-127"/>
                        </a:rPr>
                        <a:t>isClosed</a:t>
                      </a:r>
                      <a:r>
                        <a:rPr lang="en-US" altLang="ko-KR" sz="1400" i="1" dirty="0">
                          <a:solidFill>
                            <a:schemeClr val="tx1">
                              <a:lumMod val="65000"/>
                              <a:lumOff val="35000"/>
                            </a:schemeClr>
                          </a:solidFill>
                          <a:latin typeface="맑은 고딕" panose="020B0503020000020004" pitchFamily="50" charset="-127"/>
                          <a:ea typeface="맑은 고딕" panose="020B0503020000020004" pitchFamily="50" charset="-127"/>
                        </a:rPr>
                        <a:t>, color, thickness</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다각형 그리기</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Numpy</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배열</a:t>
                      </a:r>
                      <a:endPar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이미지 파일</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pts</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연결할</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꼭지점 좌표 배열</a:t>
                      </a:r>
                      <a:endPar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endParaRPr>
                    </a:p>
                    <a:p>
                      <a:pPr latinLnBrk="1"/>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isColsed</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닫힌 도형 여부</a:t>
                      </a: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56462357"/>
                  </a:ext>
                </a:extLst>
              </a:tr>
              <a:tr h="65980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cv2.putText(</a:t>
                      </a:r>
                      <a:r>
                        <a:rPr lang="en-US" altLang="ko-KR" sz="1400" i="1" dirty="0" err="1">
                          <a:solidFill>
                            <a:schemeClr val="tx1">
                              <a:lumMod val="65000"/>
                              <a:lumOff val="35000"/>
                            </a:schemeClr>
                          </a:solidFill>
                          <a:latin typeface="맑은 고딕" panose="020B0503020000020004" pitchFamily="50" charset="-127"/>
                          <a:ea typeface="맑은 고딕" panose="020B0503020000020004" pitchFamily="50" charset="-127"/>
                        </a:rPr>
                        <a:t>img</a:t>
                      </a:r>
                      <a:r>
                        <a:rPr lang="en-US" altLang="ko-KR" sz="1400" i="1" dirty="0">
                          <a:solidFill>
                            <a:schemeClr val="tx1">
                              <a:lumMod val="65000"/>
                              <a:lumOff val="35000"/>
                            </a:schemeClr>
                          </a:solidFill>
                          <a:latin typeface="맑은 고딕" panose="020B0503020000020004" pitchFamily="50" charset="-127"/>
                          <a:ea typeface="맑은 고딕" panose="020B0503020000020004" pitchFamily="50" charset="-127"/>
                        </a:rPr>
                        <a:t>, text, org, font, </a:t>
                      </a:r>
                      <a:r>
                        <a:rPr lang="en-US" altLang="ko-KR" sz="1400" i="1" dirty="0" err="1">
                          <a:solidFill>
                            <a:schemeClr val="tx1">
                              <a:lumMod val="65000"/>
                              <a:lumOff val="35000"/>
                            </a:schemeClr>
                          </a:solidFill>
                          <a:latin typeface="맑은 고딕" panose="020B0503020000020004" pitchFamily="50" charset="-127"/>
                          <a:ea typeface="맑은 고딕" panose="020B0503020000020004" pitchFamily="50" charset="-127"/>
                        </a:rPr>
                        <a:t>fontScale</a:t>
                      </a:r>
                      <a:r>
                        <a:rPr lang="en-US" altLang="ko-KR" sz="1400" i="1" dirty="0">
                          <a:solidFill>
                            <a:schemeClr val="tx1">
                              <a:lumMod val="65000"/>
                              <a:lumOff val="35000"/>
                            </a:schemeClr>
                          </a:solidFill>
                          <a:latin typeface="맑은 고딕" panose="020B0503020000020004" pitchFamily="50" charset="-127"/>
                          <a:ea typeface="맑은 고딕" panose="020B0503020000020004" pitchFamily="50" charset="-127"/>
                        </a:rPr>
                        <a:t>, color, thickness[, </a:t>
                      </a:r>
                      <a:r>
                        <a:rPr lang="en-US" altLang="ko-KR" sz="1400" i="1" dirty="0" err="1">
                          <a:solidFill>
                            <a:schemeClr val="tx1">
                              <a:lumMod val="65000"/>
                              <a:lumOff val="35000"/>
                            </a:schemeClr>
                          </a:solidFill>
                          <a:latin typeface="맑은 고딕" panose="020B0503020000020004" pitchFamily="50" charset="-127"/>
                          <a:ea typeface="맑은 고딕" panose="020B0503020000020004" pitchFamily="50" charset="-127"/>
                        </a:rPr>
                        <a:t>lineType</a:t>
                      </a:r>
                      <a:r>
                        <a:rPr lang="en-US" altLang="ko-KR" sz="1400" i="1" dirty="0">
                          <a:solidFill>
                            <a:schemeClr val="tx1">
                              <a:lumMod val="65000"/>
                              <a:lumOff val="35000"/>
                            </a:schemeClr>
                          </a:solidFill>
                          <a:latin typeface="맑은 고딕" panose="020B0503020000020004" pitchFamily="50" charset="-127"/>
                          <a:ea typeface="맑은 고딕" panose="020B0503020000020004" pitchFamily="50" charset="-127"/>
                        </a:rPr>
                        <a:t>[, </a:t>
                      </a:r>
                      <a:r>
                        <a:rPr lang="en-US" altLang="ko-KR" sz="1400" i="1" dirty="0" err="1">
                          <a:solidFill>
                            <a:schemeClr val="tx1">
                              <a:lumMod val="65000"/>
                              <a:lumOff val="35000"/>
                            </a:schemeClr>
                          </a:solidFill>
                          <a:latin typeface="맑은 고딕" panose="020B0503020000020004" pitchFamily="50" charset="-127"/>
                          <a:ea typeface="맑은 고딕" panose="020B0503020000020004" pitchFamily="50" charset="-127"/>
                        </a:rPr>
                        <a:t>bottomLeftOrigin</a:t>
                      </a:r>
                      <a:r>
                        <a:rPr lang="en-US" altLang="ko-KR" sz="1400" i="1" dirty="0">
                          <a:solidFill>
                            <a:schemeClr val="tx1">
                              <a:lumMod val="65000"/>
                              <a:lumOff val="35000"/>
                            </a:schemeClr>
                          </a:solidFill>
                          <a:latin typeface="맑은 고딕" panose="020B0503020000020004" pitchFamily="50" charset="-127"/>
                          <a:ea typeface="맑은 고딕" panose="020B0503020000020004" pitchFamily="50" charset="-127"/>
                        </a:rPr>
                        <a:t>]])</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문자열 입력 </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한글은 입력 안 됨</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Numpy</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배열</a:t>
                      </a:r>
                      <a:endPar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이미지 파일</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img</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원본</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이미지</a:t>
                      </a:r>
                      <a:endPar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endParaRPr>
                    </a:p>
                    <a:p>
                      <a:pPr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text :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입력할 문자열</a:t>
                      </a:r>
                      <a:endPar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endParaRPr>
                    </a:p>
                    <a:p>
                      <a:pPr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org :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왼쪽 하단 좌표</a:t>
                      </a:r>
                      <a:endPar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endParaRPr>
                    </a:p>
                    <a:p>
                      <a:pPr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font, </a:t>
                      </a:r>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fontScale</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글꼴 및 폰트 크기</a:t>
                      </a:r>
                      <a:endPar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endParaRPr>
                    </a:p>
                    <a:p>
                      <a:pPr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color, thickness :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색깔 및</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두께</a:t>
                      </a:r>
                      <a:endPar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endParaRPr>
                    </a:p>
                    <a:p>
                      <a:pPr latinLnBrk="1"/>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lineType</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선의 종류</a:t>
                      </a:r>
                      <a:endPar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endParaRPr>
                    </a:p>
                    <a:p>
                      <a:pPr latinLnBrk="1"/>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bottomLeftOrigin</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 true </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sym typeface="Wingdings" panose="05000000000000000000" pitchFamily="2" charset="2"/>
                        </a:rPr>
                        <a:t> </a:t>
                      </a:r>
                      <a:r>
                        <a:rPr lang="ko-KR" altLang="en-US" sz="1400" dirty="0" err="1">
                          <a:solidFill>
                            <a:schemeClr val="tx1">
                              <a:lumMod val="65000"/>
                              <a:lumOff val="35000"/>
                            </a:schemeClr>
                          </a:solidFill>
                          <a:latin typeface="맑은 고딕" panose="020B0503020000020004" pitchFamily="50" charset="-127"/>
                          <a:ea typeface="맑은 고딕" panose="020B0503020000020004" pitchFamily="50" charset="-127"/>
                          <a:sym typeface="Wingdings" panose="05000000000000000000" pitchFamily="2" charset="2"/>
                        </a:rPr>
                        <a:t>좌하단</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sym typeface="Wingdings" panose="05000000000000000000" pitchFamily="2" charset="2"/>
                        </a:rPr>
                        <a:t>, false</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sym typeface="Wingdings" panose="05000000000000000000" pitchFamily="2" charset="2"/>
                        </a:rPr>
                        <a:t> </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sym typeface="Wingdings" panose="05000000000000000000" pitchFamily="2" charset="2"/>
                        </a:rPr>
                        <a:t> </a:t>
                      </a:r>
                      <a:r>
                        <a:rPr lang="ko-KR" altLang="en-US" sz="1400" dirty="0" err="1">
                          <a:solidFill>
                            <a:schemeClr val="tx1">
                              <a:lumMod val="65000"/>
                              <a:lumOff val="35000"/>
                            </a:schemeClr>
                          </a:solidFill>
                          <a:latin typeface="맑은 고딕" panose="020B0503020000020004" pitchFamily="50" charset="-127"/>
                          <a:ea typeface="맑은 고딕" panose="020B0503020000020004" pitchFamily="50" charset="-127"/>
                          <a:sym typeface="Wingdings" panose="05000000000000000000" pitchFamily="2" charset="2"/>
                        </a:rPr>
                        <a:t>좌상단</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sym typeface="Wingdings" panose="05000000000000000000" pitchFamily="2" charset="2"/>
                        </a:rPr>
                        <a:t> </a:t>
                      </a:r>
                      <a:endParaRPr lang="en-US" altLang="ko-KR" sz="1200" dirty="0">
                        <a:solidFill>
                          <a:srgbClr val="0070C0"/>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598993"/>
                  </a:ext>
                </a:extLst>
              </a:tr>
            </a:tbl>
          </a:graphicData>
        </a:graphic>
      </p:graphicFrame>
      <p:graphicFrame>
        <p:nvGraphicFramePr>
          <p:cNvPr id="7" name="표 5">
            <a:extLst>
              <a:ext uri="{FF2B5EF4-FFF2-40B4-BE49-F238E27FC236}">
                <a16:creationId xmlns:a16="http://schemas.microsoft.com/office/drawing/2014/main" id="{D5629F34-5F57-15C6-6690-57BC6C4C1753}"/>
              </a:ext>
            </a:extLst>
          </p:cNvPr>
          <p:cNvGraphicFramePr>
            <a:graphicFrameLocks noGrp="1"/>
          </p:cNvGraphicFramePr>
          <p:nvPr>
            <p:extLst>
              <p:ext uri="{D42A27DB-BD31-4B8C-83A1-F6EECF244321}">
                <p14:modId xmlns:p14="http://schemas.microsoft.com/office/powerpoint/2010/main" val="3714164446"/>
              </p:ext>
            </p:extLst>
          </p:nvPr>
        </p:nvGraphicFramePr>
        <p:xfrm>
          <a:off x="126897" y="4608419"/>
          <a:ext cx="5099275" cy="1709520"/>
        </p:xfrm>
        <a:graphic>
          <a:graphicData uri="http://schemas.openxmlformats.org/drawingml/2006/table">
            <a:tbl>
              <a:tblPr firstRow="1" bandRow="1">
                <a:tableStyleId>{5C22544A-7EE6-4342-B048-85BDC9FD1C3A}</a:tableStyleId>
              </a:tblPr>
              <a:tblGrid>
                <a:gridCol w="2261747">
                  <a:extLst>
                    <a:ext uri="{9D8B030D-6E8A-4147-A177-3AD203B41FA5}">
                      <a16:colId xmlns:a16="http://schemas.microsoft.com/office/drawing/2014/main" val="1542221480"/>
                    </a:ext>
                  </a:extLst>
                </a:gridCol>
                <a:gridCol w="2837528">
                  <a:extLst>
                    <a:ext uri="{9D8B030D-6E8A-4147-A177-3AD203B41FA5}">
                      <a16:colId xmlns:a16="http://schemas.microsoft.com/office/drawing/2014/main" val="1893711446"/>
                    </a:ext>
                  </a:extLst>
                </a:gridCol>
              </a:tblGrid>
              <a:tr h="212723">
                <a:tc>
                  <a:txBody>
                    <a:bodyPr/>
                    <a:lstStyle/>
                    <a:p>
                      <a:pPr algn="ct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속성</a:t>
                      </a: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의미</a:t>
                      </a: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04433512"/>
                  </a:ext>
                </a:extLst>
              </a:tr>
              <a:tr h="3560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cv2.FILLED</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내부</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채우기</a:t>
                      </a: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56462357"/>
                  </a:ext>
                </a:extLst>
              </a:tr>
              <a:tr h="356040">
                <a:tc>
                  <a:txBody>
                    <a:bodyPr/>
                    <a:lstStyle/>
                    <a:p>
                      <a:pPr algn="l"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cv2.LINE_4</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4</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점 중 하나로 연결</a:t>
                      </a: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18552338"/>
                  </a:ext>
                </a:extLst>
              </a:tr>
              <a:tr h="3560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cv2.LINE_8</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8</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점 중 하나로 연결 </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기본값</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598993"/>
                  </a:ext>
                </a:extLst>
              </a:tr>
              <a:tr h="356040">
                <a:tc>
                  <a:txBody>
                    <a:bodyPr/>
                    <a:lstStyle/>
                    <a:p>
                      <a:pPr algn="l"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cv2.LINE_AA</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Anti-Alias</a:t>
                      </a: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197478"/>
                  </a:ext>
                </a:extLst>
              </a:tr>
            </a:tbl>
          </a:graphicData>
        </a:graphic>
      </p:graphicFrame>
      <p:pic>
        <p:nvPicPr>
          <p:cNvPr id="9" name="그림 8">
            <a:extLst>
              <a:ext uri="{FF2B5EF4-FFF2-40B4-BE49-F238E27FC236}">
                <a16:creationId xmlns:a16="http://schemas.microsoft.com/office/drawing/2014/main" id="{0407AEF7-D136-DF06-656E-ABB63E4648F0}"/>
              </a:ext>
            </a:extLst>
          </p:cNvPr>
          <p:cNvPicPr>
            <a:picLocks noChangeAspect="1"/>
          </p:cNvPicPr>
          <p:nvPr/>
        </p:nvPicPr>
        <p:blipFill>
          <a:blip r:embed="rId2"/>
          <a:srcRect r="57279"/>
          <a:stretch/>
        </p:blipFill>
        <p:spPr>
          <a:xfrm>
            <a:off x="5633909" y="3880321"/>
            <a:ext cx="1062153" cy="1032748"/>
          </a:xfrm>
          <a:prstGeom prst="rect">
            <a:avLst/>
          </a:prstGeom>
        </p:spPr>
      </p:pic>
      <p:pic>
        <p:nvPicPr>
          <p:cNvPr id="11" name="그림 10">
            <a:extLst>
              <a:ext uri="{FF2B5EF4-FFF2-40B4-BE49-F238E27FC236}">
                <a16:creationId xmlns:a16="http://schemas.microsoft.com/office/drawing/2014/main" id="{8446AB2B-7330-DDEE-74B8-FD4E71763039}"/>
              </a:ext>
            </a:extLst>
          </p:cNvPr>
          <p:cNvPicPr>
            <a:picLocks noChangeAspect="1"/>
          </p:cNvPicPr>
          <p:nvPr/>
        </p:nvPicPr>
        <p:blipFill>
          <a:blip r:embed="rId3"/>
          <a:stretch>
            <a:fillRect/>
          </a:stretch>
        </p:blipFill>
        <p:spPr>
          <a:xfrm>
            <a:off x="6842038" y="4128544"/>
            <a:ext cx="2194458" cy="2063226"/>
          </a:xfrm>
          <a:prstGeom prst="rect">
            <a:avLst/>
          </a:prstGeom>
        </p:spPr>
      </p:pic>
      <p:pic>
        <p:nvPicPr>
          <p:cNvPr id="8" name="그림 7">
            <a:extLst>
              <a:ext uri="{FF2B5EF4-FFF2-40B4-BE49-F238E27FC236}">
                <a16:creationId xmlns:a16="http://schemas.microsoft.com/office/drawing/2014/main" id="{D5025D5A-5982-DA39-A44A-F7EA931D0A7B}"/>
              </a:ext>
            </a:extLst>
          </p:cNvPr>
          <p:cNvPicPr>
            <a:picLocks noChangeAspect="1"/>
          </p:cNvPicPr>
          <p:nvPr/>
        </p:nvPicPr>
        <p:blipFill>
          <a:blip r:embed="rId2"/>
          <a:srcRect l="58239"/>
          <a:stretch/>
        </p:blipFill>
        <p:spPr>
          <a:xfrm>
            <a:off x="5645845" y="5159022"/>
            <a:ext cx="1038279" cy="1032748"/>
          </a:xfrm>
          <a:prstGeom prst="rect">
            <a:avLst/>
          </a:prstGeom>
        </p:spPr>
      </p:pic>
    </p:spTree>
    <p:extLst>
      <p:ext uri="{BB962C8B-B14F-4D97-AF65-F5344CB8AC3E}">
        <p14:creationId xmlns:p14="http://schemas.microsoft.com/office/powerpoint/2010/main" val="483602108"/>
      </p:ext>
    </p:extLst>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1000"/>
                                        <p:tgtEl>
                                          <p:spTgt spid="11"/>
                                        </p:tgtEl>
                                      </p:cBhvr>
                                    </p:animEffect>
                                    <p:anim calcmode="lin" valueType="num">
                                      <p:cBhvr>
                                        <p:cTn id="14" dur="1000" fill="hold"/>
                                        <p:tgtEl>
                                          <p:spTgt spid="11"/>
                                        </p:tgtEl>
                                        <p:attrNameLst>
                                          <p:attrName>ppt_x</p:attrName>
                                        </p:attrNameLst>
                                      </p:cBhvr>
                                      <p:tavLst>
                                        <p:tav tm="0">
                                          <p:val>
                                            <p:strVal val="#ppt_x"/>
                                          </p:val>
                                        </p:tav>
                                        <p:tav tm="100000">
                                          <p:val>
                                            <p:strVal val="#ppt_x"/>
                                          </p:val>
                                        </p:tav>
                                      </p:tavLst>
                                    </p:anim>
                                    <p:anim calcmode="lin" valueType="num">
                                      <p:cBhvr>
                                        <p:cTn id="15"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1000"/>
                                        <p:tgtEl>
                                          <p:spTgt spid="8"/>
                                        </p:tgtEl>
                                      </p:cBhvr>
                                    </p:animEffect>
                                    <p:anim calcmode="lin" valueType="num">
                                      <p:cBhvr>
                                        <p:cTn id="21" dur="1000" fill="hold"/>
                                        <p:tgtEl>
                                          <p:spTgt spid="8"/>
                                        </p:tgtEl>
                                        <p:attrNameLst>
                                          <p:attrName>ppt_x</p:attrName>
                                        </p:attrNameLst>
                                      </p:cBhvr>
                                      <p:tavLst>
                                        <p:tav tm="0">
                                          <p:val>
                                            <p:strVal val="#ppt_x"/>
                                          </p:val>
                                        </p:tav>
                                        <p:tav tm="100000">
                                          <p:val>
                                            <p:strVal val="#ppt_x"/>
                                          </p:val>
                                        </p:tav>
                                      </p:tavLst>
                                    </p:anim>
                                    <p:anim calcmode="lin" valueType="num">
                                      <p:cBhvr>
                                        <p:cTn id="22"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037208F-980E-3549-D20A-9E50C9F9C6CD}"/>
              </a:ext>
            </a:extLst>
          </p:cNvPr>
          <p:cNvSpPr>
            <a:spLocks noGrp="1"/>
          </p:cNvSpPr>
          <p:nvPr>
            <p:ph type="title"/>
          </p:nvPr>
        </p:nvSpPr>
        <p:spPr/>
        <p:txBody>
          <a:bodyPr/>
          <a:lstStyle/>
          <a:p>
            <a:r>
              <a:rPr lang="en-US" altLang="ko-KR" dirty="0"/>
              <a:t>OpenCV </a:t>
            </a:r>
            <a:r>
              <a:rPr lang="ko-KR" altLang="en-US" dirty="0"/>
              <a:t>그래픽 함수</a:t>
            </a:r>
          </a:p>
        </p:txBody>
      </p:sp>
      <p:sp>
        <p:nvSpPr>
          <p:cNvPr id="3" name="내용 개체 틀 2">
            <a:extLst>
              <a:ext uri="{FF2B5EF4-FFF2-40B4-BE49-F238E27FC236}">
                <a16:creationId xmlns:a16="http://schemas.microsoft.com/office/drawing/2014/main" id="{D6225008-0C5E-4818-B3D3-A9ABA427E2FA}"/>
              </a:ext>
            </a:extLst>
          </p:cNvPr>
          <p:cNvSpPr>
            <a:spLocks noGrp="1"/>
          </p:cNvSpPr>
          <p:nvPr>
            <p:ph idx="1"/>
          </p:nvPr>
        </p:nvSpPr>
        <p:spPr/>
        <p:txBody>
          <a:bodyPr/>
          <a:lstStyle/>
          <a:p>
            <a:r>
              <a:rPr lang="ko-KR" altLang="en-US" dirty="0"/>
              <a:t>글꼴</a:t>
            </a:r>
            <a:r>
              <a:rPr lang="en-US" altLang="ko-KR" dirty="0"/>
              <a:t> </a:t>
            </a:r>
            <a:endParaRPr lang="ko-KR" altLang="en-US" dirty="0"/>
          </a:p>
        </p:txBody>
      </p:sp>
      <p:sp>
        <p:nvSpPr>
          <p:cNvPr id="4" name="슬라이드 번호 개체 틀 3">
            <a:extLst>
              <a:ext uri="{FF2B5EF4-FFF2-40B4-BE49-F238E27FC236}">
                <a16:creationId xmlns:a16="http://schemas.microsoft.com/office/drawing/2014/main" id="{F53632C4-B2F5-15E4-A718-191247645C75}"/>
              </a:ext>
            </a:extLst>
          </p:cNvPr>
          <p:cNvSpPr>
            <a:spLocks noGrp="1"/>
          </p:cNvSpPr>
          <p:nvPr>
            <p:ph type="sldNum" sz="quarter" idx="10"/>
          </p:nvPr>
        </p:nvSpPr>
        <p:spPr/>
        <p:txBody>
          <a:bodyPr/>
          <a:lstStyle/>
          <a:p>
            <a:fld id="{0662DF40-CD95-4196-B16C-EF23877BEF64}" type="slidenum">
              <a:rPr lang="en-US" altLang="ko-KR" smtClean="0"/>
              <a:pPr/>
              <a:t>26</a:t>
            </a:fld>
            <a:endParaRPr lang="en-US" altLang="ko-KR"/>
          </a:p>
        </p:txBody>
      </p:sp>
      <p:graphicFrame>
        <p:nvGraphicFramePr>
          <p:cNvPr id="7" name="표 5">
            <a:extLst>
              <a:ext uri="{FF2B5EF4-FFF2-40B4-BE49-F238E27FC236}">
                <a16:creationId xmlns:a16="http://schemas.microsoft.com/office/drawing/2014/main" id="{D5629F34-5F57-15C6-6690-57BC6C4C1753}"/>
              </a:ext>
            </a:extLst>
          </p:cNvPr>
          <p:cNvGraphicFramePr>
            <a:graphicFrameLocks noGrp="1"/>
          </p:cNvGraphicFramePr>
          <p:nvPr>
            <p:extLst>
              <p:ext uri="{D42A27DB-BD31-4B8C-83A1-F6EECF244321}">
                <p14:modId xmlns:p14="http://schemas.microsoft.com/office/powerpoint/2010/main" val="995731014"/>
              </p:ext>
            </p:extLst>
          </p:nvPr>
        </p:nvGraphicFramePr>
        <p:xfrm>
          <a:off x="539552" y="1628800"/>
          <a:ext cx="7632848" cy="3528390"/>
        </p:xfrm>
        <a:graphic>
          <a:graphicData uri="http://schemas.openxmlformats.org/drawingml/2006/table">
            <a:tbl>
              <a:tblPr firstRow="1" bandRow="1">
                <a:tableStyleId>{5C22544A-7EE6-4342-B048-85BDC9FD1C3A}</a:tableStyleId>
              </a:tblPr>
              <a:tblGrid>
                <a:gridCol w="3385495">
                  <a:extLst>
                    <a:ext uri="{9D8B030D-6E8A-4147-A177-3AD203B41FA5}">
                      <a16:colId xmlns:a16="http://schemas.microsoft.com/office/drawing/2014/main" val="1542221480"/>
                    </a:ext>
                  </a:extLst>
                </a:gridCol>
                <a:gridCol w="4247353">
                  <a:extLst>
                    <a:ext uri="{9D8B030D-6E8A-4147-A177-3AD203B41FA5}">
                      <a16:colId xmlns:a16="http://schemas.microsoft.com/office/drawing/2014/main" val="1893711446"/>
                    </a:ext>
                  </a:extLst>
                </a:gridCol>
              </a:tblGrid>
              <a:tr h="352839">
                <a:tc>
                  <a:txBody>
                    <a:bodyPr/>
                    <a:lstStyle/>
                    <a:p>
                      <a:pPr algn="ctr" latinLnBrk="1"/>
                      <a:r>
                        <a:rPr lang="ko-KR" altLang="en-US" sz="1400" b="0" dirty="0">
                          <a:solidFill>
                            <a:schemeClr val="tx1">
                              <a:lumMod val="65000"/>
                              <a:lumOff val="35000"/>
                            </a:schemeClr>
                          </a:solidFill>
                          <a:latin typeface="맑은 고딕" panose="020B0503020000020004" pitchFamily="50" charset="-127"/>
                          <a:ea typeface="맑은 고딕" panose="020B0503020000020004" pitchFamily="50" charset="-127"/>
                        </a:rPr>
                        <a:t>속성</a:t>
                      </a: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ko-KR" altLang="en-US" sz="1400" b="0" dirty="0">
                          <a:solidFill>
                            <a:schemeClr val="tx1">
                              <a:lumMod val="65000"/>
                              <a:lumOff val="35000"/>
                            </a:schemeClr>
                          </a:solidFill>
                          <a:latin typeface="맑은 고딕" panose="020B0503020000020004" pitchFamily="50" charset="-127"/>
                          <a:ea typeface="맑은 고딕" panose="020B0503020000020004" pitchFamily="50" charset="-127"/>
                        </a:rPr>
                        <a:t>의미</a:t>
                      </a: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04433512"/>
                  </a:ext>
                </a:extLst>
              </a:tr>
              <a:tr h="35283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400" b="0" i="0" kern="1200" dirty="0">
                          <a:solidFill>
                            <a:schemeClr val="dk1"/>
                          </a:solidFill>
                          <a:effectLst/>
                          <a:latin typeface="맑은 고딕" panose="020B0503020000020004" pitchFamily="50" charset="-127"/>
                          <a:ea typeface="맑은 고딕" panose="020B0503020000020004" pitchFamily="50" charset="-127"/>
                          <a:cs typeface="+mn-cs"/>
                        </a:rPr>
                        <a:t>cv2.FONT_HERSHEY_SIMPLEX</a:t>
                      </a:r>
                      <a:endParaRPr lang="ko-KR" altLang="en-US" sz="1400" b="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1"/>
                      <a:r>
                        <a:rPr lang="ko-KR" altLang="en-US" sz="1400" b="0" dirty="0">
                          <a:solidFill>
                            <a:schemeClr val="tx1">
                              <a:lumMod val="65000"/>
                              <a:lumOff val="35000"/>
                            </a:schemeClr>
                          </a:solidFill>
                          <a:latin typeface="맑은 고딕" panose="020B0503020000020004" pitchFamily="50" charset="-127"/>
                          <a:ea typeface="맑은 고딕" panose="020B0503020000020004" pitchFamily="50" charset="-127"/>
                        </a:rPr>
                        <a:t>보통 크기의 </a:t>
                      </a:r>
                      <a:r>
                        <a:rPr lang="ko-KR" altLang="en-US" sz="1400" b="0" dirty="0" err="1">
                          <a:solidFill>
                            <a:schemeClr val="tx1">
                              <a:lumMod val="65000"/>
                              <a:lumOff val="35000"/>
                            </a:schemeClr>
                          </a:solidFill>
                          <a:latin typeface="맑은 고딕" panose="020B0503020000020004" pitchFamily="50" charset="-127"/>
                          <a:ea typeface="맑은 고딕" panose="020B0503020000020004" pitchFamily="50" charset="-127"/>
                        </a:rPr>
                        <a:t>산셰리프</a:t>
                      </a:r>
                      <a:r>
                        <a:rPr lang="ko-KR" altLang="en-US" sz="1400" b="0" dirty="0">
                          <a:solidFill>
                            <a:schemeClr val="tx1">
                              <a:lumMod val="65000"/>
                              <a:lumOff val="35000"/>
                            </a:schemeClr>
                          </a:solidFill>
                          <a:latin typeface="맑은 고딕" panose="020B0503020000020004" pitchFamily="50" charset="-127"/>
                          <a:ea typeface="맑은 고딕" panose="020B0503020000020004" pitchFamily="50" charset="-127"/>
                        </a:rPr>
                        <a:t> 글꼴</a:t>
                      </a: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56462357"/>
                  </a:ext>
                </a:extLst>
              </a:tr>
              <a:tr h="352839">
                <a:tc>
                  <a:txBody>
                    <a:bodyPr/>
                    <a:lstStyle/>
                    <a:p>
                      <a:pPr algn="l" latinLnBrk="1"/>
                      <a:r>
                        <a:rPr lang="en-US" altLang="ko-KR" sz="1400" b="0" i="0" kern="1200" dirty="0">
                          <a:solidFill>
                            <a:schemeClr val="dk1"/>
                          </a:solidFill>
                          <a:effectLst/>
                          <a:latin typeface="맑은 고딕" panose="020B0503020000020004" pitchFamily="50" charset="-127"/>
                          <a:ea typeface="맑은 고딕" panose="020B0503020000020004" pitchFamily="50" charset="-127"/>
                          <a:cs typeface="+mn-cs"/>
                        </a:rPr>
                        <a:t>cv2.FONT_HERSHEY_PLAIN</a:t>
                      </a:r>
                      <a:endParaRPr lang="ko-KR" altLang="en-US" sz="1400" b="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1"/>
                      <a:r>
                        <a:rPr lang="ko-KR" altLang="en-US" sz="1400" b="0" dirty="0">
                          <a:solidFill>
                            <a:schemeClr val="tx1">
                              <a:lumMod val="65000"/>
                              <a:lumOff val="35000"/>
                            </a:schemeClr>
                          </a:solidFill>
                          <a:latin typeface="맑은 고딕" panose="020B0503020000020004" pitchFamily="50" charset="-127"/>
                          <a:ea typeface="맑은 고딕" panose="020B0503020000020004" pitchFamily="50" charset="-127"/>
                        </a:rPr>
                        <a:t>작은 크기의 </a:t>
                      </a:r>
                      <a:r>
                        <a:rPr lang="ko-KR" altLang="en-US" sz="1400" b="0" dirty="0" err="1">
                          <a:solidFill>
                            <a:schemeClr val="tx1">
                              <a:lumMod val="65000"/>
                              <a:lumOff val="35000"/>
                            </a:schemeClr>
                          </a:solidFill>
                          <a:latin typeface="맑은 고딕" panose="020B0503020000020004" pitchFamily="50" charset="-127"/>
                          <a:ea typeface="맑은 고딕" panose="020B0503020000020004" pitchFamily="50" charset="-127"/>
                        </a:rPr>
                        <a:t>산셰리프</a:t>
                      </a:r>
                      <a:r>
                        <a:rPr lang="ko-KR" altLang="en-US" sz="1400" b="0" dirty="0">
                          <a:solidFill>
                            <a:schemeClr val="tx1">
                              <a:lumMod val="65000"/>
                              <a:lumOff val="35000"/>
                            </a:schemeClr>
                          </a:solidFill>
                          <a:latin typeface="맑은 고딕" panose="020B0503020000020004" pitchFamily="50" charset="-127"/>
                          <a:ea typeface="맑은 고딕" panose="020B0503020000020004" pitchFamily="50" charset="-127"/>
                        </a:rPr>
                        <a:t> 글꼴</a:t>
                      </a: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18552338"/>
                  </a:ext>
                </a:extLst>
              </a:tr>
              <a:tr h="35283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400" b="0" i="0" kern="1200" dirty="0">
                          <a:solidFill>
                            <a:schemeClr val="dk1"/>
                          </a:solidFill>
                          <a:effectLst/>
                          <a:latin typeface="맑은 고딕" panose="020B0503020000020004" pitchFamily="50" charset="-127"/>
                          <a:ea typeface="맑은 고딕" panose="020B0503020000020004" pitchFamily="50" charset="-127"/>
                          <a:cs typeface="+mn-cs"/>
                        </a:rPr>
                        <a:t>cv2.FONT_HERSHEY_DUPLEX</a:t>
                      </a:r>
                      <a:endParaRPr lang="ko-KR" altLang="en-US" sz="1400" b="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1"/>
                      <a:r>
                        <a:rPr lang="ko-KR" altLang="en-US" sz="1400" b="0" dirty="0">
                          <a:solidFill>
                            <a:schemeClr val="tx1">
                              <a:lumMod val="65000"/>
                              <a:lumOff val="35000"/>
                            </a:schemeClr>
                          </a:solidFill>
                          <a:latin typeface="맑은 고딕" panose="020B0503020000020004" pitchFamily="50" charset="-127"/>
                          <a:ea typeface="맑은 고딕" panose="020B0503020000020004" pitchFamily="50" charset="-127"/>
                        </a:rPr>
                        <a:t>보통 크기의 정교한 </a:t>
                      </a:r>
                      <a:r>
                        <a:rPr lang="ko-KR" altLang="en-US" sz="1400" b="0" dirty="0" err="1">
                          <a:solidFill>
                            <a:schemeClr val="tx1">
                              <a:lumMod val="65000"/>
                              <a:lumOff val="35000"/>
                            </a:schemeClr>
                          </a:solidFill>
                          <a:latin typeface="맑은 고딕" panose="020B0503020000020004" pitchFamily="50" charset="-127"/>
                          <a:ea typeface="맑은 고딕" panose="020B0503020000020004" pitchFamily="50" charset="-127"/>
                        </a:rPr>
                        <a:t>산셰리프</a:t>
                      </a:r>
                      <a:r>
                        <a:rPr lang="ko-KR" altLang="en-US" sz="1400" b="0" dirty="0">
                          <a:solidFill>
                            <a:schemeClr val="tx1">
                              <a:lumMod val="65000"/>
                              <a:lumOff val="35000"/>
                            </a:schemeClr>
                          </a:solidFill>
                          <a:latin typeface="맑은 고딕" panose="020B0503020000020004" pitchFamily="50" charset="-127"/>
                          <a:ea typeface="맑은 고딕" panose="020B0503020000020004" pitchFamily="50" charset="-127"/>
                        </a:rPr>
                        <a:t> 글꼴</a:t>
                      </a:r>
                      <a:endParaRPr lang="en-US" altLang="ko-KR" sz="1400" b="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598993"/>
                  </a:ext>
                </a:extLst>
              </a:tr>
              <a:tr h="352839">
                <a:tc>
                  <a:txBody>
                    <a:bodyPr/>
                    <a:lstStyle/>
                    <a:p>
                      <a:pPr algn="l" latinLnBrk="1"/>
                      <a:r>
                        <a:rPr lang="en-US" altLang="ko-KR" sz="1400" b="0" i="0" kern="1200" dirty="0">
                          <a:solidFill>
                            <a:schemeClr val="dk1"/>
                          </a:solidFill>
                          <a:effectLst/>
                          <a:latin typeface="맑은 고딕" panose="020B0503020000020004" pitchFamily="50" charset="-127"/>
                          <a:ea typeface="맑은 고딕" panose="020B0503020000020004" pitchFamily="50" charset="-127"/>
                          <a:cs typeface="+mn-cs"/>
                        </a:rPr>
                        <a:t>cv2.FONT_HERSHEY_COMPLEX</a:t>
                      </a:r>
                      <a:endParaRPr lang="ko-KR" altLang="en-US" sz="1400" b="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1"/>
                      <a:r>
                        <a:rPr lang="ko-KR" altLang="en-US" sz="1400" b="0" dirty="0">
                          <a:solidFill>
                            <a:schemeClr val="tx1">
                              <a:lumMod val="65000"/>
                              <a:lumOff val="35000"/>
                            </a:schemeClr>
                          </a:solidFill>
                          <a:latin typeface="맑은 고딕" panose="020B0503020000020004" pitchFamily="50" charset="-127"/>
                          <a:ea typeface="맑은 고딕" panose="020B0503020000020004" pitchFamily="50" charset="-127"/>
                        </a:rPr>
                        <a:t>보통 크기의 </a:t>
                      </a:r>
                      <a:r>
                        <a:rPr lang="ko-KR" altLang="en-US" sz="1400" b="0" dirty="0" err="1">
                          <a:solidFill>
                            <a:schemeClr val="tx1">
                              <a:lumMod val="65000"/>
                              <a:lumOff val="35000"/>
                            </a:schemeClr>
                          </a:solidFill>
                          <a:latin typeface="맑은 고딕" panose="020B0503020000020004" pitchFamily="50" charset="-127"/>
                          <a:ea typeface="맑은 고딕" panose="020B0503020000020004" pitchFamily="50" charset="-127"/>
                        </a:rPr>
                        <a:t>셰리프</a:t>
                      </a:r>
                      <a:r>
                        <a:rPr lang="ko-KR" altLang="en-US" sz="1400" b="0" dirty="0">
                          <a:solidFill>
                            <a:schemeClr val="tx1">
                              <a:lumMod val="65000"/>
                              <a:lumOff val="35000"/>
                            </a:schemeClr>
                          </a:solidFill>
                          <a:latin typeface="맑은 고딕" panose="020B0503020000020004" pitchFamily="50" charset="-127"/>
                          <a:ea typeface="맑은 고딕" panose="020B0503020000020004" pitchFamily="50" charset="-127"/>
                        </a:rPr>
                        <a:t> 글꼴</a:t>
                      </a:r>
                      <a:endParaRPr lang="en-US" altLang="ko-KR" sz="1400" b="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197478"/>
                  </a:ext>
                </a:extLst>
              </a:tr>
              <a:tr h="352839">
                <a:tc>
                  <a:txBody>
                    <a:bodyPr/>
                    <a:lstStyle/>
                    <a:p>
                      <a:pPr algn="l" latinLnBrk="1"/>
                      <a:r>
                        <a:rPr lang="en-US" altLang="ko-KR" sz="1400" b="0" i="0" kern="1200" dirty="0">
                          <a:solidFill>
                            <a:schemeClr val="dk1"/>
                          </a:solidFill>
                          <a:effectLst/>
                          <a:latin typeface="맑은 고딕" panose="020B0503020000020004" pitchFamily="50" charset="-127"/>
                          <a:ea typeface="맑은 고딕" panose="020B0503020000020004" pitchFamily="50" charset="-127"/>
                          <a:cs typeface="+mn-cs"/>
                        </a:rPr>
                        <a:t>cv2.FONT_HERSHEY_TRIPLEX</a:t>
                      </a:r>
                      <a:endParaRPr lang="ko-KR" altLang="en-US" sz="1400" b="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1"/>
                      <a:r>
                        <a:rPr lang="ko-KR" altLang="en-US" sz="1400" b="0" dirty="0">
                          <a:solidFill>
                            <a:schemeClr val="tx1">
                              <a:lumMod val="65000"/>
                              <a:lumOff val="35000"/>
                            </a:schemeClr>
                          </a:solidFill>
                          <a:latin typeface="맑은 고딕" panose="020B0503020000020004" pitchFamily="50" charset="-127"/>
                          <a:ea typeface="맑은 고딕" panose="020B0503020000020004" pitchFamily="50" charset="-127"/>
                        </a:rPr>
                        <a:t>보통 크기의 정교한 </a:t>
                      </a:r>
                      <a:r>
                        <a:rPr lang="ko-KR" altLang="en-US" sz="1400" b="0" dirty="0" err="1">
                          <a:solidFill>
                            <a:schemeClr val="tx1">
                              <a:lumMod val="65000"/>
                              <a:lumOff val="35000"/>
                            </a:schemeClr>
                          </a:solidFill>
                          <a:latin typeface="맑은 고딕" panose="020B0503020000020004" pitchFamily="50" charset="-127"/>
                          <a:ea typeface="맑은 고딕" panose="020B0503020000020004" pitchFamily="50" charset="-127"/>
                        </a:rPr>
                        <a:t>셰리프</a:t>
                      </a:r>
                      <a:r>
                        <a:rPr lang="ko-KR" altLang="en-US" sz="1400" b="0" dirty="0">
                          <a:solidFill>
                            <a:schemeClr val="tx1">
                              <a:lumMod val="65000"/>
                              <a:lumOff val="35000"/>
                            </a:schemeClr>
                          </a:solidFill>
                          <a:latin typeface="맑은 고딕" panose="020B0503020000020004" pitchFamily="50" charset="-127"/>
                          <a:ea typeface="맑은 고딕" panose="020B0503020000020004" pitchFamily="50" charset="-127"/>
                        </a:rPr>
                        <a:t> 글꼴</a:t>
                      </a:r>
                      <a:endParaRPr lang="en-US" altLang="ko-KR" sz="1400" b="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5947802"/>
                  </a:ext>
                </a:extLst>
              </a:tr>
              <a:tr h="352839">
                <a:tc>
                  <a:txBody>
                    <a:bodyPr/>
                    <a:lstStyle/>
                    <a:p>
                      <a:pPr algn="l" latinLnBrk="1"/>
                      <a:r>
                        <a:rPr lang="en-US" altLang="ko-KR" sz="1400" b="0" i="0" kern="1200" dirty="0">
                          <a:solidFill>
                            <a:schemeClr val="dk1"/>
                          </a:solidFill>
                          <a:effectLst/>
                          <a:latin typeface="맑은 고딕" panose="020B0503020000020004" pitchFamily="50" charset="-127"/>
                          <a:ea typeface="맑은 고딕" panose="020B0503020000020004" pitchFamily="50" charset="-127"/>
                          <a:cs typeface="+mn-cs"/>
                        </a:rPr>
                        <a:t>cv2.FONT_HERSHEY_COMPLEX_SMALL</a:t>
                      </a:r>
                      <a:endParaRPr lang="ko-KR" altLang="en-US" sz="1400" b="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1"/>
                      <a:r>
                        <a:rPr lang="ko-KR" altLang="en-US" sz="1400" b="0" dirty="0">
                          <a:solidFill>
                            <a:schemeClr val="tx1">
                              <a:lumMod val="65000"/>
                              <a:lumOff val="35000"/>
                            </a:schemeClr>
                          </a:solidFill>
                          <a:latin typeface="맑은 고딕" panose="020B0503020000020004" pitchFamily="50" charset="-127"/>
                          <a:ea typeface="맑은 고딕" panose="020B0503020000020004" pitchFamily="50" charset="-127"/>
                        </a:rPr>
                        <a:t>작은 크기의 손 글씨 글꼴</a:t>
                      </a:r>
                      <a:endParaRPr lang="en-US" altLang="ko-KR" sz="1400" b="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42996168"/>
                  </a:ext>
                </a:extLst>
              </a:tr>
              <a:tr h="352839">
                <a:tc>
                  <a:txBody>
                    <a:bodyPr/>
                    <a:lstStyle/>
                    <a:p>
                      <a:pPr algn="l" latinLnBrk="1"/>
                      <a:r>
                        <a:rPr lang="en-US" altLang="ko-KR" sz="1400" b="0" i="0" kern="1200" dirty="0">
                          <a:solidFill>
                            <a:schemeClr val="dk1"/>
                          </a:solidFill>
                          <a:effectLst/>
                          <a:latin typeface="맑은 고딕" panose="020B0503020000020004" pitchFamily="50" charset="-127"/>
                          <a:ea typeface="맑은 고딕" panose="020B0503020000020004" pitchFamily="50" charset="-127"/>
                          <a:cs typeface="+mn-cs"/>
                        </a:rPr>
                        <a:t>cv2.FONT_HERSHEY_SCRIPT_SIMPLEX</a:t>
                      </a:r>
                      <a:endParaRPr lang="ko-KR" altLang="en-US" sz="1400" b="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1"/>
                      <a:r>
                        <a:rPr lang="ko-KR" altLang="en-US" sz="1400" b="0" dirty="0">
                          <a:solidFill>
                            <a:schemeClr val="tx1">
                              <a:lumMod val="65000"/>
                              <a:lumOff val="35000"/>
                            </a:schemeClr>
                          </a:solidFill>
                          <a:latin typeface="맑은 고딕" panose="020B0503020000020004" pitchFamily="50" charset="-127"/>
                          <a:ea typeface="맑은 고딕" panose="020B0503020000020004" pitchFamily="50" charset="-127"/>
                        </a:rPr>
                        <a:t>보통 크기의 손 글씨 글꼴</a:t>
                      </a:r>
                      <a:endParaRPr lang="en-US" altLang="ko-KR" sz="1400" b="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59776096"/>
                  </a:ext>
                </a:extLst>
              </a:tr>
              <a:tr h="352839">
                <a:tc>
                  <a:txBody>
                    <a:bodyPr/>
                    <a:lstStyle/>
                    <a:p>
                      <a:pPr algn="l" latinLnBrk="1"/>
                      <a:r>
                        <a:rPr lang="en-US" altLang="ko-KR" sz="1400" b="0" i="0" kern="1200" dirty="0">
                          <a:solidFill>
                            <a:schemeClr val="dk1"/>
                          </a:solidFill>
                          <a:effectLst/>
                          <a:latin typeface="맑은 고딕" panose="020B0503020000020004" pitchFamily="50" charset="-127"/>
                          <a:ea typeface="맑은 고딕" panose="020B0503020000020004" pitchFamily="50" charset="-127"/>
                          <a:cs typeface="+mn-cs"/>
                        </a:rPr>
                        <a:t>cv2.FONT_HERSHEY_SCRIPT_COMPLEX</a:t>
                      </a:r>
                      <a:endParaRPr lang="ko-KR" altLang="en-US" sz="1400" b="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1"/>
                      <a:r>
                        <a:rPr lang="ko-KR" altLang="en-US" sz="1400" b="0" dirty="0">
                          <a:solidFill>
                            <a:schemeClr val="tx1">
                              <a:lumMod val="65000"/>
                              <a:lumOff val="35000"/>
                            </a:schemeClr>
                          </a:solidFill>
                          <a:latin typeface="맑은 고딕" panose="020B0503020000020004" pitchFamily="50" charset="-127"/>
                          <a:ea typeface="맑은 고딕" panose="020B0503020000020004" pitchFamily="50" charset="-127"/>
                        </a:rPr>
                        <a:t>보통 크기의 정교한 손 글씨 글꼴</a:t>
                      </a:r>
                      <a:endParaRPr lang="en-US" altLang="ko-KR" sz="1400" b="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2052357"/>
                  </a:ext>
                </a:extLst>
              </a:tr>
              <a:tr h="352839">
                <a:tc>
                  <a:txBody>
                    <a:bodyPr/>
                    <a:lstStyle/>
                    <a:p>
                      <a:pPr algn="l" latinLnBrk="1"/>
                      <a:r>
                        <a:rPr lang="en-US" altLang="ko-KR" sz="1400" b="0" i="0" kern="1200" dirty="0">
                          <a:solidFill>
                            <a:schemeClr val="dk1"/>
                          </a:solidFill>
                          <a:effectLst/>
                          <a:latin typeface="맑은 고딕" panose="020B0503020000020004" pitchFamily="50" charset="-127"/>
                          <a:ea typeface="맑은 고딕" panose="020B0503020000020004" pitchFamily="50" charset="-127"/>
                          <a:cs typeface="+mn-cs"/>
                        </a:rPr>
                        <a:t>cv2.FONT_ITALIC</a:t>
                      </a:r>
                      <a:endParaRPr lang="ko-KR" altLang="en-US" sz="1400" b="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1"/>
                      <a:r>
                        <a:rPr lang="ko-KR" altLang="en-US" sz="1400" b="0" dirty="0">
                          <a:solidFill>
                            <a:schemeClr val="tx1">
                              <a:lumMod val="65000"/>
                              <a:lumOff val="35000"/>
                            </a:schemeClr>
                          </a:solidFill>
                          <a:latin typeface="맑은 고딕" panose="020B0503020000020004" pitchFamily="50" charset="-127"/>
                          <a:ea typeface="맑은 고딕" panose="020B0503020000020004" pitchFamily="50" charset="-127"/>
                        </a:rPr>
                        <a:t>기울임 꼴</a:t>
                      </a:r>
                      <a:endParaRPr lang="en-US" altLang="ko-KR" sz="1400" b="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958050"/>
                  </a:ext>
                </a:extLst>
              </a:tr>
            </a:tbl>
          </a:graphicData>
        </a:graphic>
      </p:graphicFrame>
    </p:spTree>
    <p:extLst>
      <p:ext uri="{BB962C8B-B14F-4D97-AF65-F5344CB8AC3E}">
        <p14:creationId xmlns:p14="http://schemas.microsoft.com/office/powerpoint/2010/main" val="1852797241"/>
      </p:ext>
    </p:extLst>
  </p:cSld>
  <p:clrMapOvr>
    <a:masterClrMapping/>
  </p:clrMapOvr>
  <p:transition>
    <p:diamond/>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3F10E3A-FF2A-0CCD-B28E-879338987708}"/>
              </a:ext>
            </a:extLst>
          </p:cNvPr>
          <p:cNvSpPr>
            <a:spLocks noGrp="1"/>
          </p:cNvSpPr>
          <p:nvPr>
            <p:ph type="title"/>
          </p:nvPr>
        </p:nvSpPr>
        <p:spPr/>
        <p:txBody>
          <a:bodyPr/>
          <a:lstStyle/>
          <a:p>
            <a:r>
              <a:rPr lang="en-US" altLang="ko-KR" dirty="0"/>
              <a:t>[</a:t>
            </a:r>
            <a:r>
              <a:rPr lang="ko-KR" altLang="en-US" dirty="0"/>
              <a:t>실습</a:t>
            </a:r>
            <a:r>
              <a:rPr lang="en-US" altLang="ko-KR" dirty="0"/>
              <a:t>1] </a:t>
            </a:r>
            <a:r>
              <a:rPr lang="ko-KR" altLang="en-US" dirty="0"/>
              <a:t>이미지 화면 출력</a:t>
            </a:r>
          </a:p>
        </p:txBody>
      </p:sp>
      <p:sp>
        <p:nvSpPr>
          <p:cNvPr id="4" name="슬라이드 번호 개체 틀 3">
            <a:extLst>
              <a:ext uri="{FF2B5EF4-FFF2-40B4-BE49-F238E27FC236}">
                <a16:creationId xmlns:a16="http://schemas.microsoft.com/office/drawing/2014/main" id="{75F9C27A-AE1D-FAB3-7F69-E5148D553F8C}"/>
              </a:ext>
            </a:extLst>
          </p:cNvPr>
          <p:cNvSpPr>
            <a:spLocks noGrp="1"/>
          </p:cNvSpPr>
          <p:nvPr>
            <p:ph type="sldNum" sz="quarter" idx="10"/>
          </p:nvPr>
        </p:nvSpPr>
        <p:spPr/>
        <p:txBody>
          <a:bodyPr/>
          <a:lstStyle/>
          <a:p>
            <a:fld id="{0662DF40-CD95-4196-B16C-EF23877BEF64}" type="slidenum">
              <a:rPr lang="en-US" altLang="ko-KR" smtClean="0"/>
              <a:pPr/>
              <a:t>27</a:t>
            </a:fld>
            <a:endParaRPr lang="en-US" altLang="ko-KR"/>
          </a:p>
        </p:txBody>
      </p:sp>
      <p:sp>
        <p:nvSpPr>
          <p:cNvPr id="12" name="TextBox 11">
            <a:extLst>
              <a:ext uri="{FF2B5EF4-FFF2-40B4-BE49-F238E27FC236}">
                <a16:creationId xmlns:a16="http://schemas.microsoft.com/office/drawing/2014/main" id="{14784CE6-47CC-C456-C502-F9771A7A0516}"/>
              </a:ext>
            </a:extLst>
          </p:cNvPr>
          <p:cNvSpPr txBox="1"/>
          <p:nvPr/>
        </p:nvSpPr>
        <p:spPr>
          <a:xfrm>
            <a:off x="6372200" y="1249725"/>
            <a:ext cx="2663850" cy="830997"/>
          </a:xfrm>
          <a:prstGeom prst="rect">
            <a:avLst/>
          </a:prstGeom>
          <a:noFill/>
          <a:ln>
            <a:solidFill>
              <a:schemeClr val="tx1">
                <a:lumMod val="50000"/>
                <a:lumOff val="50000"/>
              </a:schemeClr>
            </a:solidFill>
          </a:ln>
        </p:spPr>
        <p:txBody>
          <a:bodyPr wrap="square" rtlCol="0">
            <a:spAutoFit/>
          </a:bodyPr>
          <a:lstStyle/>
          <a:p>
            <a:r>
              <a:rPr lang="ko-KR" altLang="en-US" b="1" dirty="0">
                <a:solidFill>
                  <a:srgbClr val="0070C0"/>
                </a:solidFill>
                <a:latin typeface="맑은 고딕" panose="020B0503020000020004" pitchFamily="50" charset="-127"/>
                <a:ea typeface="맑은 고딕" panose="020B0503020000020004" pitchFamily="50" charset="-127"/>
              </a:rPr>
              <a:t>이전 </a:t>
            </a:r>
            <a:r>
              <a:rPr lang="en-US" altLang="ko-KR" b="1" dirty="0">
                <a:solidFill>
                  <a:srgbClr val="0070C0"/>
                </a:solidFill>
                <a:latin typeface="맑은 고딕" panose="020B0503020000020004" pitchFamily="50" charset="-127"/>
                <a:ea typeface="맑은 고딕" panose="020B0503020000020004" pitchFamily="50" charset="-127"/>
                <a:sym typeface="Wingdings" panose="05000000000000000000" pitchFamily="2" charset="2"/>
              </a:rPr>
              <a:t> </a:t>
            </a:r>
            <a:r>
              <a:rPr lang="ko-KR" altLang="en-US" b="1" dirty="0">
                <a:solidFill>
                  <a:srgbClr val="0070C0"/>
                </a:solidFill>
                <a:latin typeface="맑은 고딕" panose="020B0503020000020004" pitchFamily="50" charset="-127"/>
                <a:ea typeface="맑은 고딕" panose="020B0503020000020004" pitchFamily="50" charset="-127"/>
              </a:rPr>
              <a:t>이미지가 너무 커서 고양이 귀부분만 보임</a:t>
            </a:r>
            <a:endParaRPr lang="en-US" altLang="ko-KR" b="1" dirty="0">
              <a:solidFill>
                <a:srgbClr val="0070C0"/>
              </a:solidFill>
              <a:latin typeface="맑은 고딕" panose="020B0503020000020004" pitchFamily="50" charset="-127"/>
              <a:ea typeface="맑은 고딕" panose="020B0503020000020004" pitchFamily="50" charset="-127"/>
            </a:endParaRPr>
          </a:p>
          <a:p>
            <a:r>
              <a:rPr lang="en-US" altLang="ko-KR" b="1" dirty="0">
                <a:solidFill>
                  <a:srgbClr val="0070C0"/>
                </a:solidFill>
                <a:latin typeface="맑은 고딕" panose="020B0503020000020004" pitchFamily="50" charset="-127"/>
                <a:ea typeface="맑은 고딕" panose="020B0503020000020004" pitchFamily="50" charset="-127"/>
                <a:sym typeface="Wingdings" panose="05000000000000000000" pitchFamily="2" charset="2"/>
              </a:rPr>
              <a:t> </a:t>
            </a:r>
            <a:r>
              <a:rPr lang="ko-KR" altLang="en-US" b="1" dirty="0">
                <a:solidFill>
                  <a:srgbClr val="0070C0"/>
                </a:solidFill>
                <a:latin typeface="맑은 고딕" panose="020B0503020000020004" pitchFamily="50" charset="-127"/>
                <a:ea typeface="맑은 고딕" panose="020B0503020000020004" pitchFamily="50" charset="-127"/>
                <a:sym typeface="Wingdings" panose="05000000000000000000" pitchFamily="2" charset="2"/>
              </a:rPr>
              <a:t>이미지 크기 조절</a:t>
            </a:r>
            <a:endParaRPr lang="ko-KR" altLang="en-US" b="1" dirty="0">
              <a:solidFill>
                <a:srgbClr val="0070C0"/>
              </a:solidFill>
              <a:latin typeface="맑은 고딕" panose="020B0503020000020004" pitchFamily="50" charset="-127"/>
              <a:ea typeface="맑은 고딕" panose="020B0503020000020004" pitchFamily="50" charset="-127"/>
            </a:endParaRPr>
          </a:p>
        </p:txBody>
      </p:sp>
      <p:pic>
        <p:nvPicPr>
          <p:cNvPr id="5" name="그림 4">
            <a:extLst>
              <a:ext uri="{FF2B5EF4-FFF2-40B4-BE49-F238E27FC236}">
                <a16:creationId xmlns:a16="http://schemas.microsoft.com/office/drawing/2014/main" id="{DCC6AD1C-5C04-A94C-6731-03715AFC4961}"/>
              </a:ext>
            </a:extLst>
          </p:cNvPr>
          <p:cNvPicPr>
            <a:picLocks noChangeAspect="1"/>
          </p:cNvPicPr>
          <p:nvPr/>
        </p:nvPicPr>
        <p:blipFill>
          <a:blip r:embed="rId2"/>
          <a:stretch>
            <a:fillRect/>
          </a:stretch>
        </p:blipFill>
        <p:spPr>
          <a:xfrm>
            <a:off x="251520" y="1124744"/>
            <a:ext cx="5456148" cy="3744416"/>
          </a:xfrm>
          <a:prstGeom prst="rect">
            <a:avLst/>
          </a:prstGeom>
          <a:ln>
            <a:solidFill>
              <a:schemeClr val="tx1">
                <a:lumMod val="50000"/>
                <a:lumOff val="50000"/>
              </a:schemeClr>
            </a:solidFill>
          </a:ln>
        </p:spPr>
      </p:pic>
      <p:pic>
        <p:nvPicPr>
          <p:cNvPr id="10" name="그림 9">
            <a:extLst>
              <a:ext uri="{FF2B5EF4-FFF2-40B4-BE49-F238E27FC236}">
                <a16:creationId xmlns:a16="http://schemas.microsoft.com/office/drawing/2014/main" id="{89B88F3F-2169-2A10-4A86-61C0562D66CD}"/>
              </a:ext>
            </a:extLst>
          </p:cNvPr>
          <p:cNvPicPr>
            <a:picLocks noChangeAspect="1"/>
          </p:cNvPicPr>
          <p:nvPr/>
        </p:nvPicPr>
        <p:blipFill>
          <a:blip r:embed="rId3"/>
          <a:stretch>
            <a:fillRect/>
          </a:stretch>
        </p:blipFill>
        <p:spPr>
          <a:xfrm>
            <a:off x="5699361" y="4450401"/>
            <a:ext cx="3400150" cy="1969836"/>
          </a:xfrm>
          <a:prstGeom prst="rect">
            <a:avLst/>
          </a:prstGeom>
          <a:ln>
            <a:solidFill>
              <a:schemeClr val="tx1">
                <a:lumMod val="50000"/>
                <a:lumOff val="50000"/>
              </a:schemeClr>
            </a:solidFill>
          </a:ln>
        </p:spPr>
      </p:pic>
      <p:sp>
        <p:nvSpPr>
          <p:cNvPr id="3" name="TextBox 2">
            <a:extLst>
              <a:ext uri="{FF2B5EF4-FFF2-40B4-BE49-F238E27FC236}">
                <a16:creationId xmlns:a16="http://schemas.microsoft.com/office/drawing/2014/main" id="{9C1AAFEC-A2B0-AD82-9674-01E44BD2AEB1}"/>
              </a:ext>
            </a:extLst>
          </p:cNvPr>
          <p:cNvSpPr txBox="1"/>
          <p:nvPr/>
        </p:nvSpPr>
        <p:spPr>
          <a:xfrm>
            <a:off x="6372200" y="2213685"/>
            <a:ext cx="2663850" cy="584775"/>
          </a:xfrm>
          <a:prstGeom prst="rect">
            <a:avLst/>
          </a:prstGeom>
          <a:noFill/>
          <a:ln>
            <a:solidFill>
              <a:schemeClr val="tx1">
                <a:lumMod val="50000"/>
                <a:lumOff val="50000"/>
              </a:schemeClr>
            </a:solidFill>
          </a:ln>
        </p:spPr>
        <p:txBody>
          <a:bodyPr wrap="square" rtlCol="0">
            <a:spAutoFit/>
          </a:bodyPr>
          <a:lstStyle/>
          <a:p>
            <a:r>
              <a:rPr lang="ko-KR" altLang="en-US" b="1" dirty="0">
                <a:solidFill>
                  <a:srgbClr val="0070C0"/>
                </a:solidFill>
                <a:latin typeface="맑은 고딕" panose="020B0503020000020004" pitchFamily="50" charset="-127"/>
                <a:ea typeface="맑은 고딕" panose="020B0503020000020004" pitchFamily="50" charset="-127"/>
              </a:rPr>
              <a:t>현재 </a:t>
            </a:r>
            <a:r>
              <a:rPr lang="en-US" altLang="ko-KR" b="1" dirty="0">
                <a:solidFill>
                  <a:srgbClr val="0070C0"/>
                </a:solidFill>
                <a:latin typeface="맑은 고딕" panose="020B0503020000020004" pitchFamily="50" charset="-127"/>
                <a:ea typeface="맑은 고딕" panose="020B0503020000020004" pitchFamily="50" charset="-127"/>
                <a:sym typeface="Wingdings" panose="05000000000000000000" pitchFamily="2" charset="2"/>
              </a:rPr>
              <a:t> </a:t>
            </a:r>
            <a:r>
              <a:rPr lang="ko-KR" altLang="en-US" b="1" dirty="0">
                <a:solidFill>
                  <a:srgbClr val="0070C0"/>
                </a:solidFill>
                <a:latin typeface="맑은 고딕" panose="020B0503020000020004" pitchFamily="50" charset="-127"/>
                <a:ea typeface="맑은 고딕" panose="020B0503020000020004" pitchFamily="50" charset="-127"/>
                <a:sym typeface="Wingdings" panose="05000000000000000000" pitchFamily="2" charset="2"/>
              </a:rPr>
              <a:t>검은색 윈도우만 보임</a:t>
            </a:r>
            <a:endParaRPr lang="ko-KR" altLang="en-US" b="1" dirty="0">
              <a:solidFill>
                <a:srgbClr val="0070C0"/>
              </a:solidFill>
              <a:latin typeface="맑은 고딕" panose="020B0503020000020004" pitchFamily="50" charset="-127"/>
              <a:ea typeface="맑은 고딕" panose="020B0503020000020004" pitchFamily="50" charset="-127"/>
            </a:endParaRPr>
          </a:p>
        </p:txBody>
      </p:sp>
      <p:pic>
        <p:nvPicPr>
          <p:cNvPr id="7" name="그림 6">
            <a:extLst>
              <a:ext uri="{FF2B5EF4-FFF2-40B4-BE49-F238E27FC236}">
                <a16:creationId xmlns:a16="http://schemas.microsoft.com/office/drawing/2014/main" id="{76B97189-977C-CF81-651C-2DFCBE6F56F8}"/>
              </a:ext>
            </a:extLst>
          </p:cNvPr>
          <p:cNvPicPr>
            <a:picLocks noChangeAspect="1"/>
          </p:cNvPicPr>
          <p:nvPr/>
        </p:nvPicPr>
        <p:blipFill>
          <a:blip r:embed="rId4"/>
          <a:stretch>
            <a:fillRect/>
          </a:stretch>
        </p:blipFill>
        <p:spPr>
          <a:xfrm>
            <a:off x="5064221" y="3004189"/>
            <a:ext cx="3971829" cy="876306"/>
          </a:xfrm>
          <a:prstGeom prst="rect">
            <a:avLst/>
          </a:prstGeom>
          <a:ln>
            <a:solidFill>
              <a:schemeClr val="tx1">
                <a:lumMod val="50000"/>
                <a:lumOff val="50000"/>
              </a:schemeClr>
            </a:solidFill>
          </a:ln>
        </p:spPr>
      </p:pic>
    </p:spTree>
    <p:extLst>
      <p:ext uri="{BB962C8B-B14F-4D97-AF65-F5344CB8AC3E}">
        <p14:creationId xmlns:p14="http://schemas.microsoft.com/office/powerpoint/2010/main" val="3185973865"/>
      </p:ext>
    </p:extLst>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additive="base">
                                        <p:cTn id="12" dur="500" fill="hold"/>
                                        <p:tgtEl>
                                          <p:spTgt spid="12"/>
                                        </p:tgtEl>
                                        <p:attrNameLst>
                                          <p:attrName>ppt_x</p:attrName>
                                        </p:attrNameLst>
                                      </p:cBhvr>
                                      <p:tavLst>
                                        <p:tav tm="0">
                                          <p:val>
                                            <p:strVal val="#ppt_x"/>
                                          </p:val>
                                        </p:tav>
                                        <p:tav tm="100000">
                                          <p:val>
                                            <p:strVal val="#ppt_x"/>
                                          </p:val>
                                        </p:tav>
                                      </p:tavLst>
                                    </p:anim>
                                    <p:anim calcmode="lin" valueType="num">
                                      <p:cBhvr additive="base">
                                        <p:cTn id="13" dur="500" fill="hold"/>
                                        <p:tgtEl>
                                          <p:spTgt spid="12"/>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ppt_x"/>
                                          </p:val>
                                        </p:tav>
                                        <p:tav tm="100000">
                                          <p:val>
                                            <p:strVal val="#ppt_x"/>
                                          </p:val>
                                        </p:tav>
                                      </p:tavLst>
                                    </p:anim>
                                    <p:anim calcmode="lin" valueType="num">
                                      <p:cBhvr additive="base">
                                        <p:cTn id="2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3F10E3A-FF2A-0CCD-B28E-879338987708}"/>
              </a:ext>
            </a:extLst>
          </p:cNvPr>
          <p:cNvSpPr>
            <a:spLocks noGrp="1"/>
          </p:cNvSpPr>
          <p:nvPr>
            <p:ph type="title"/>
          </p:nvPr>
        </p:nvSpPr>
        <p:spPr/>
        <p:txBody>
          <a:bodyPr/>
          <a:lstStyle/>
          <a:p>
            <a:r>
              <a:rPr lang="en-US" altLang="ko-KR" dirty="0"/>
              <a:t>[</a:t>
            </a:r>
            <a:r>
              <a:rPr lang="ko-KR" altLang="en-US" dirty="0"/>
              <a:t>실습</a:t>
            </a:r>
            <a:r>
              <a:rPr lang="en-US" altLang="ko-KR" dirty="0"/>
              <a:t>1-1] </a:t>
            </a:r>
            <a:r>
              <a:rPr lang="ko-KR" altLang="en-US" dirty="0"/>
              <a:t>크기 조절 이미지 화면 출력</a:t>
            </a:r>
          </a:p>
        </p:txBody>
      </p:sp>
      <p:sp>
        <p:nvSpPr>
          <p:cNvPr id="4" name="슬라이드 번호 개체 틀 3">
            <a:extLst>
              <a:ext uri="{FF2B5EF4-FFF2-40B4-BE49-F238E27FC236}">
                <a16:creationId xmlns:a16="http://schemas.microsoft.com/office/drawing/2014/main" id="{75F9C27A-AE1D-FAB3-7F69-E5148D553F8C}"/>
              </a:ext>
            </a:extLst>
          </p:cNvPr>
          <p:cNvSpPr>
            <a:spLocks noGrp="1"/>
          </p:cNvSpPr>
          <p:nvPr>
            <p:ph type="sldNum" sz="quarter" idx="10"/>
          </p:nvPr>
        </p:nvSpPr>
        <p:spPr/>
        <p:txBody>
          <a:bodyPr/>
          <a:lstStyle/>
          <a:p>
            <a:fld id="{0662DF40-CD95-4196-B16C-EF23877BEF64}" type="slidenum">
              <a:rPr lang="en-US" altLang="ko-KR" smtClean="0"/>
              <a:pPr/>
              <a:t>28</a:t>
            </a:fld>
            <a:endParaRPr lang="en-US" altLang="ko-KR"/>
          </a:p>
        </p:txBody>
      </p:sp>
      <p:pic>
        <p:nvPicPr>
          <p:cNvPr id="14" name="그림 13">
            <a:extLst>
              <a:ext uri="{FF2B5EF4-FFF2-40B4-BE49-F238E27FC236}">
                <a16:creationId xmlns:a16="http://schemas.microsoft.com/office/drawing/2014/main" id="{9D24E71B-4B15-CBC1-29CB-F2A0F7C9FE87}"/>
              </a:ext>
            </a:extLst>
          </p:cNvPr>
          <p:cNvPicPr>
            <a:picLocks noChangeAspect="1"/>
          </p:cNvPicPr>
          <p:nvPr/>
        </p:nvPicPr>
        <p:blipFill>
          <a:blip r:embed="rId2"/>
          <a:stretch>
            <a:fillRect/>
          </a:stretch>
        </p:blipFill>
        <p:spPr>
          <a:xfrm>
            <a:off x="6246035" y="1844824"/>
            <a:ext cx="2790461" cy="2003698"/>
          </a:xfrm>
          <a:prstGeom prst="rect">
            <a:avLst/>
          </a:prstGeom>
        </p:spPr>
      </p:pic>
      <p:pic>
        <p:nvPicPr>
          <p:cNvPr id="5" name="그림 4">
            <a:extLst>
              <a:ext uri="{FF2B5EF4-FFF2-40B4-BE49-F238E27FC236}">
                <a16:creationId xmlns:a16="http://schemas.microsoft.com/office/drawing/2014/main" id="{D960B147-7217-9CEE-0F06-50D330346D85}"/>
              </a:ext>
            </a:extLst>
          </p:cNvPr>
          <p:cNvPicPr>
            <a:picLocks noChangeAspect="1"/>
          </p:cNvPicPr>
          <p:nvPr/>
        </p:nvPicPr>
        <p:blipFill>
          <a:blip r:embed="rId3"/>
          <a:stretch>
            <a:fillRect/>
          </a:stretch>
        </p:blipFill>
        <p:spPr>
          <a:xfrm>
            <a:off x="251520" y="1052736"/>
            <a:ext cx="5788334" cy="5400600"/>
          </a:xfrm>
          <a:prstGeom prst="rect">
            <a:avLst/>
          </a:prstGeom>
          <a:ln>
            <a:solidFill>
              <a:schemeClr val="tx1">
                <a:lumMod val="50000"/>
                <a:lumOff val="50000"/>
              </a:schemeClr>
            </a:solidFill>
          </a:ln>
        </p:spPr>
      </p:pic>
      <p:pic>
        <p:nvPicPr>
          <p:cNvPr id="7" name="그림 6">
            <a:extLst>
              <a:ext uri="{FF2B5EF4-FFF2-40B4-BE49-F238E27FC236}">
                <a16:creationId xmlns:a16="http://schemas.microsoft.com/office/drawing/2014/main" id="{C0BF5032-CD53-9420-986C-66D85B0D13B6}"/>
              </a:ext>
            </a:extLst>
          </p:cNvPr>
          <p:cNvPicPr>
            <a:picLocks noChangeAspect="1"/>
          </p:cNvPicPr>
          <p:nvPr/>
        </p:nvPicPr>
        <p:blipFill>
          <a:blip r:embed="rId4"/>
          <a:stretch>
            <a:fillRect/>
          </a:stretch>
        </p:blipFill>
        <p:spPr>
          <a:xfrm>
            <a:off x="6193646" y="4077072"/>
            <a:ext cx="2895238" cy="961905"/>
          </a:xfrm>
          <a:prstGeom prst="rect">
            <a:avLst/>
          </a:prstGeom>
          <a:ln>
            <a:solidFill>
              <a:schemeClr val="tx1">
                <a:lumMod val="50000"/>
                <a:lumOff val="50000"/>
              </a:schemeClr>
            </a:solidFill>
          </a:ln>
        </p:spPr>
      </p:pic>
    </p:spTree>
    <p:extLst>
      <p:ext uri="{BB962C8B-B14F-4D97-AF65-F5344CB8AC3E}">
        <p14:creationId xmlns:p14="http://schemas.microsoft.com/office/powerpoint/2010/main" val="1596355836"/>
      </p:ext>
    </p:extLst>
  </p:cSld>
  <p:clrMapOvr>
    <a:masterClrMapping/>
  </p:clrMapOvr>
  <p:transition>
    <p:diamond/>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8012998-E90E-814A-7256-C185D6419687}"/>
              </a:ext>
            </a:extLst>
          </p:cNvPr>
          <p:cNvSpPr>
            <a:spLocks noGrp="1"/>
          </p:cNvSpPr>
          <p:nvPr>
            <p:ph type="title"/>
          </p:nvPr>
        </p:nvSpPr>
        <p:spPr/>
        <p:txBody>
          <a:bodyPr/>
          <a:lstStyle/>
          <a:p>
            <a:r>
              <a:rPr lang="en-US" altLang="ko-KR" dirty="0"/>
              <a:t>[</a:t>
            </a:r>
            <a:r>
              <a:rPr lang="ko-KR" altLang="en-US" dirty="0"/>
              <a:t>참고</a:t>
            </a:r>
            <a:r>
              <a:rPr lang="en-US" altLang="ko-KR" dirty="0"/>
              <a:t>] </a:t>
            </a:r>
            <a:r>
              <a:rPr lang="ko-KR" altLang="en-US" dirty="0"/>
              <a:t>파일을 열지 못했을 경우</a:t>
            </a:r>
          </a:p>
        </p:txBody>
      </p:sp>
      <p:sp>
        <p:nvSpPr>
          <p:cNvPr id="3" name="내용 개체 틀 2">
            <a:extLst>
              <a:ext uri="{FF2B5EF4-FFF2-40B4-BE49-F238E27FC236}">
                <a16:creationId xmlns:a16="http://schemas.microsoft.com/office/drawing/2014/main" id="{5A04BC2E-52B9-E2BF-6EF3-463E4EB4776B}"/>
              </a:ext>
            </a:extLst>
          </p:cNvPr>
          <p:cNvSpPr>
            <a:spLocks noGrp="1"/>
          </p:cNvSpPr>
          <p:nvPr>
            <p:ph idx="1"/>
          </p:nvPr>
        </p:nvSpPr>
        <p:spPr/>
        <p:txBody>
          <a:bodyPr/>
          <a:lstStyle/>
          <a:p>
            <a:r>
              <a:rPr lang="ko-KR" altLang="en-US" dirty="0"/>
              <a:t>원래 오류 형식</a:t>
            </a:r>
            <a:endParaRPr lang="en-US" altLang="ko-KR" dirty="0"/>
          </a:p>
          <a:p>
            <a:pPr lvl="1"/>
            <a:r>
              <a:rPr lang="ko-KR" altLang="en-US" dirty="0"/>
              <a:t>이미지 파일을 열 때 발생하지 않고</a:t>
            </a:r>
            <a:r>
              <a:rPr lang="en-US" altLang="ko-KR" dirty="0"/>
              <a:t>, </a:t>
            </a:r>
            <a:r>
              <a:rPr lang="ko-KR" altLang="en-US" dirty="0"/>
              <a:t>그 이미지를 활용할 때 발생</a:t>
            </a:r>
            <a:endParaRPr lang="en-US" altLang="ko-KR" dirty="0"/>
          </a:p>
          <a:p>
            <a:pPr lvl="1"/>
            <a:endParaRPr lang="en-US" altLang="ko-KR" dirty="0"/>
          </a:p>
          <a:p>
            <a:pPr lvl="1"/>
            <a:endParaRPr lang="en-US" altLang="ko-KR" dirty="0"/>
          </a:p>
          <a:p>
            <a:pPr marL="360000" lvl="1" indent="0">
              <a:buNone/>
            </a:pPr>
            <a:endParaRPr lang="en-US" altLang="ko-KR" dirty="0"/>
          </a:p>
          <a:p>
            <a:r>
              <a:rPr lang="ko-KR" altLang="en-US" dirty="0"/>
              <a:t>이미지를 열지 못한 경우</a:t>
            </a:r>
            <a:r>
              <a:rPr lang="en-US" altLang="ko-KR" dirty="0"/>
              <a:t>, </a:t>
            </a:r>
            <a:r>
              <a:rPr lang="ko-KR" altLang="en-US" dirty="0"/>
              <a:t>오류 처리</a:t>
            </a:r>
          </a:p>
        </p:txBody>
      </p:sp>
      <p:sp>
        <p:nvSpPr>
          <p:cNvPr id="4" name="슬라이드 번호 개체 틀 3">
            <a:extLst>
              <a:ext uri="{FF2B5EF4-FFF2-40B4-BE49-F238E27FC236}">
                <a16:creationId xmlns:a16="http://schemas.microsoft.com/office/drawing/2014/main" id="{DE855DF7-7795-0F61-0004-C07A56A03077}"/>
              </a:ext>
            </a:extLst>
          </p:cNvPr>
          <p:cNvSpPr>
            <a:spLocks noGrp="1"/>
          </p:cNvSpPr>
          <p:nvPr>
            <p:ph type="sldNum" sz="quarter" idx="10"/>
          </p:nvPr>
        </p:nvSpPr>
        <p:spPr/>
        <p:txBody>
          <a:bodyPr/>
          <a:lstStyle/>
          <a:p>
            <a:fld id="{0662DF40-CD95-4196-B16C-EF23877BEF64}" type="slidenum">
              <a:rPr lang="en-US" altLang="ko-KR" smtClean="0"/>
              <a:pPr/>
              <a:t>29</a:t>
            </a:fld>
            <a:endParaRPr lang="en-US" altLang="ko-KR"/>
          </a:p>
        </p:txBody>
      </p:sp>
      <p:pic>
        <p:nvPicPr>
          <p:cNvPr id="6" name="그림 5">
            <a:extLst>
              <a:ext uri="{FF2B5EF4-FFF2-40B4-BE49-F238E27FC236}">
                <a16:creationId xmlns:a16="http://schemas.microsoft.com/office/drawing/2014/main" id="{62433FBF-74A6-3508-05F6-6FB3B349A818}"/>
              </a:ext>
            </a:extLst>
          </p:cNvPr>
          <p:cNvPicPr>
            <a:picLocks noChangeAspect="1"/>
          </p:cNvPicPr>
          <p:nvPr/>
        </p:nvPicPr>
        <p:blipFill>
          <a:blip r:embed="rId2"/>
          <a:stretch>
            <a:fillRect/>
          </a:stretch>
        </p:blipFill>
        <p:spPr>
          <a:xfrm>
            <a:off x="249778" y="1935627"/>
            <a:ext cx="8666667" cy="1133333"/>
          </a:xfrm>
          <a:prstGeom prst="rect">
            <a:avLst/>
          </a:prstGeom>
          <a:ln>
            <a:solidFill>
              <a:schemeClr val="tx1">
                <a:lumMod val="50000"/>
                <a:lumOff val="50000"/>
              </a:schemeClr>
            </a:solidFill>
          </a:ln>
        </p:spPr>
      </p:pic>
      <p:pic>
        <p:nvPicPr>
          <p:cNvPr id="8" name="그림 7">
            <a:extLst>
              <a:ext uri="{FF2B5EF4-FFF2-40B4-BE49-F238E27FC236}">
                <a16:creationId xmlns:a16="http://schemas.microsoft.com/office/drawing/2014/main" id="{E14C758A-49B3-D269-4226-6E7992D65F46}"/>
              </a:ext>
            </a:extLst>
          </p:cNvPr>
          <p:cNvPicPr>
            <a:picLocks noChangeAspect="1"/>
          </p:cNvPicPr>
          <p:nvPr/>
        </p:nvPicPr>
        <p:blipFill>
          <a:blip r:embed="rId3"/>
          <a:stretch>
            <a:fillRect/>
          </a:stretch>
        </p:blipFill>
        <p:spPr>
          <a:xfrm>
            <a:off x="249778" y="3789041"/>
            <a:ext cx="4219048" cy="1504762"/>
          </a:xfrm>
          <a:prstGeom prst="rect">
            <a:avLst/>
          </a:prstGeom>
          <a:ln>
            <a:solidFill>
              <a:schemeClr val="tx1">
                <a:lumMod val="50000"/>
                <a:lumOff val="50000"/>
              </a:schemeClr>
            </a:solidFill>
          </a:ln>
        </p:spPr>
      </p:pic>
      <p:pic>
        <p:nvPicPr>
          <p:cNvPr id="10" name="그림 9">
            <a:extLst>
              <a:ext uri="{FF2B5EF4-FFF2-40B4-BE49-F238E27FC236}">
                <a16:creationId xmlns:a16="http://schemas.microsoft.com/office/drawing/2014/main" id="{D8831CDF-FBA4-CDD3-479C-2094B6CA4716}"/>
              </a:ext>
            </a:extLst>
          </p:cNvPr>
          <p:cNvPicPr>
            <a:picLocks noChangeAspect="1"/>
          </p:cNvPicPr>
          <p:nvPr/>
        </p:nvPicPr>
        <p:blipFill>
          <a:blip r:embed="rId4"/>
          <a:stretch>
            <a:fillRect/>
          </a:stretch>
        </p:blipFill>
        <p:spPr>
          <a:xfrm>
            <a:off x="4860032" y="3789040"/>
            <a:ext cx="4257058" cy="1504761"/>
          </a:xfrm>
          <a:prstGeom prst="rect">
            <a:avLst/>
          </a:prstGeom>
          <a:ln>
            <a:solidFill>
              <a:schemeClr val="tx1">
                <a:lumMod val="50000"/>
                <a:lumOff val="50000"/>
              </a:schemeClr>
            </a:solidFill>
          </a:ln>
        </p:spPr>
      </p:pic>
    </p:spTree>
    <p:extLst>
      <p:ext uri="{BB962C8B-B14F-4D97-AF65-F5344CB8AC3E}">
        <p14:creationId xmlns:p14="http://schemas.microsoft.com/office/powerpoint/2010/main" val="2250968128"/>
      </p:ext>
    </p:extLst>
  </p:cSld>
  <p:clrMapOvr>
    <a:masterClrMapping/>
  </p:clrMapOvr>
  <p:transition>
    <p:diamond/>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DD5E8FE-8190-60C2-77B9-3AB8BA67B5A9}"/>
              </a:ext>
            </a:extLst>
          </p:cNvPr>
          <p:cNvSpPr>
            <a:spLocks noGrp="1"/>
          </p:cNvSpPr>
          <p:nvPr>
            <p:ph type="title"/>
          </p:nvPr>
        </p:nvSpPr>
        <p:spPr/>
        <p:txBody>
          <a:bodyPr/>
          <a:lstStyle/>
          <a:p>
            <a:r>
              <a:rPr lang="en-US" altLang="ko-KR" dirty="0"/>
              <a:t>[</a:t>
            </a:r>
            <a:r>
              <a:rPr lang="ko-KR" altLang="en-US" dirty="0"/>
              <a:t>실습</a:t>
            </a:r>
            <a:r>
              <a:rPr lang="en-US" altLang="ko-KR" dirty="0"/>
              <a:t>2] </a:t>
            </a:r>
            <a:r>
              <a:rPr lang="ko-KR" altLang="en-US" dirty="0"/>
              <a:t>읽기 옵션</a:t>
            </a:r>
          </a:p>
        </p:txBody>
      </p:sp>
      <p:sp>
        <p:nvSpPr>
          <p:cNvPr id="4" name="슬라이드 번호 개체 틀 3">
            <a:extLst>
              <a:ext uri="{FF2B5EF4-FFF2-40B4-BE49-F238E27FC236}">
                <a16:creationId xmlns:a16="http://schemas.microsoft.com/office/drawing/2014/main" id="{BB37DCE4-F257-19FA-7A5D-0E05F66EE041}"/>
              </a:ext>
            </a:extLst>
          </p:cNvPr>
          <p:cNvSpPr>
            <a:spLocks noGrp="1"/>
          </p:cNvSpPr>
          <p:nvPr>
            <p:ph type="sldNum" sz="quarter" idx="10"/>
          </p:nvPr>
        </p:nvSpPr>
        <p:spPr/>
        <p:txBody>
          <a:bodyPr/>
          <a:lstStyle/>
          <a:p>
            <a:fld id="{0662DF40-CD95-4196-B16C-EF23877BEF64}" type="slidenum">
              <a:rPr lang="en-US" altLang="ko-KR" smtClean="0"/>
              <a:pPr/>
              <a:t>30</a:t>
            </a:fld>
            <a:endParaRPr lang="en-US" altLang="ko-KR"/>
          </a:p>
        </p:txBody>
      </p:sp>
      <p:pic>
        <p:nvPicPr>
          <p:cNvPr id="6" name="그림 5">
            <a:extLst>
              <a:ext uri="{FF2B5EF4-FFF2-40B4-BE49-F238E27FC236}">
                <a16:creationId xmlns:a16="http://schemas.microsoft.com/office/drawing/2014/main" id="{29567A37-9FA5-9220-E519-4ED7C78DECDA}"/>
              </a:ext>
            </a:extLst>
          </p:cNvPr>
          <p:cNvPicPr>
            <a:picLocks noChangeAspect="1"/>
          </p:cNvPicPr>
          <p:nvPr/>
        </p:nvPicPr>
        <p:blipFill>
          <a:blip r:embed="rId2"/>
          <a:stretch>
            <a:fillRect/>
          </a:stretch>
        </p:blipFill>
        <p:spPr>
          <a:xfrm>
            <a:off x="6508761" y="1241190"/>
            <a:ext cx="2543714" cy="4653136"/>
          </a:xfrm>
          <a:prstGeom prst="rect">
            <a:avLst/>
          </a:prstGeom>
          <a:ln>
            <a:solidFill>
              <a:schemeClr val="tx1">
                <a:lumMod val="50000"/>
                <a:lumOff val="50000"/>
              </a:schemeClr>
            </a:solidFill>
          </a:ln>
        </p:spPr>
      </p:pic>
      <p:pic>
        <p:nvPicPr>
          <p:cNvPr id="8" name="그림 7">
            <a:extLst>
              <a:ext uri="{FF2B5EF4-FFF2-40B4-BE49-F238E27FC236}">
                <a16:creationId xmlns:a16="http://schemas.microsoft.com/office/drawing/2014/main" id="{BC17E860-78C8-6DAC-C96D-A6A7B66318D5}"/>
              </a:ext>
            </a:extLst>
          </p:cNvPr>
          <p:cNvPicPr>
            <a:picLocks noChangeAspect="1"/>
          </p:cNvPicPr>
          <p:nvPr/>
        </p:nvPicPr>
        <p:blipFill>
          <a:blip r:embed="rId3"/>
          <a:stretch>
            <a:fillRect/>
          </a:stretch>
        </p:blipFill>
        <p:spPr>
          <a:xfrm>
            <a:off x="70259" y="1241190"/>
            <a:ext cx="6443855" cy="4248472"/>
          </a:xfrm>
          <a:prstGeom prst="rect">
            <a:avLst/>
          </a:prstGeom>
          <a:ln>
            <a:solidFill>
              <a:schemeClr val="tx1">
                <a:lumMod val="50000"/>
                <a:lumOff val="50000"/>
              </a:schemeClr>
            </a:solidFill>
          </a:ln>
        </p:spPr>
      </p:pic>
    </p:spTree>
    <p:extLst>
      <p:ext uri="{BB962C8B-B14F-4D97-AF65-F5344CB8AC3E}">
        <p14:creationId xmlns:p14="http://schemas.microsoft.com/office/powerpoint/2010/main" val="997407911"/>
      </p:ext>
    </p:extLst>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6A13E69-5FFD-364C-5339-6931F50854D5}"/>
              </a:ext>
            </a:extLst>
          </p:cNvPr>
          <p:cNvSpPr>
            <a:spLocks noGrp="1"/>
          </p:cNvSpPr>
          <p:nvPr>
            <p:ph type="title"/>
          </p:nvPr>
        </p:nvSpPr>
        <p:spPr/>
        <p:txBody>
          <a:bodyPr/>
          <a:lstStyle/>
          <a:p>
            <a:r>
              <a:rPr lang="en-US" altLang="ko-KR" dirty="0"/>
              <a:t>[</a:t>
            </a:r>
            <a:r>
              <a:rPr lang="ko-KR" altLang="en-US" dirty="0"/>
              <a:t>실습</a:t>
            </a:r>
            <a:r>
              <a:rPr lang="en-US" altLang="ko-KR" dirty="0"/>
              <a:t>3] </a:t>
            </a:r>
            <a:r>
              <a:rPr lang="ko-KR" altLang="en-US" dirty="0"/>
              <a:t>이미지 저장</a:t>
            </a:r>
          </a:p>
        </p:txBody>
      </p:sp>
      <p:sp>
        <p:nvSpPr>
          <p:cNvPr id="4" name="슬라이드 번호 개체 틀 3">
            <a:extLst>
              <a:ext uri="{FF2B5EF4-FFF2-40B4-BE49-F238E27FC236}">
                <a16:creationId xmlns:a16="http://schemas.microsoft.com/office/drawing/2014/main" id="{21ED80A5-CDE9-BE46-B1DB-BA04BF5B7D1F}"/>
              </a:ext>
            </a:extLst>
          </p:cNvPr>
          <p:cNvSpPr>
            <a:spLocks noGrp="1"/>
          </p:cNvSpPr>
          <p:nvPr>
            <p:ph type="sldNum" sz="quarter" idx="10"/>
          </p:nvPr>
        </p:nvSpPr>
        <p:spPr/>
        <p:txBody>
          <a:bodyPr/>
          <a:lstStyle/>
          <a:p>
            <a:fld id="{0662DF40-CD95-4196-B16C-EF23877BEF64}" type="slidenum">
              <a:rPr lang="en-US" altLang="ko-KR" smtClean="0"/>
              <a:pPr/>
              <a:t>31</a:t>
            </a:fld>
            <a:endParaRPr lang="en-US" altLang="ko-KR"/>
          </a:p>
        </p:txBody>
      </p:sp>
      <p:pic>
        <p:nvPicPr>
          <p:cNvPr id="6" name="그림 5">
            <a:extLst>
              <a:ext uri="{FF2B5EF4-FFF2-40B4-BE49-F238E27FC236}">
                <a16:creationId xmlns:a16="http://schemas.microsoft.com/office/drawing/2014/main" id="{277370F9-F45D-7698-479E-0022E6DCF618}"/>
              </a:ext>
            </a:extLst>
          </p:cNvPr>
          <p:cNvPicPr>
            <a:picLocks noChangeAspect="1"/>
          </p:cNvPicPr>
          <p:nvPr/>
        </p:nvPicPr>
        <p:blipFill>
          <a:blip r:embed="rId2"/>
          <a:stretch>
            <a:fillRect/>
          </a:stretch>
        </p:blipFill>
        <p:spPr>
          <a:xfrm>
            <a:off x="96878" y="1052736"/>
            <a:ext cx="5482273" cy="5400600"/>
          </a:xfrm>
          <a:prstGeom prst="rect">
            <a:avLst/>
          </a:prstGeom>
          <a:ln>
            <a:solidFill>
              <a:schemeClr val="tx1">
                <a:lumMod val="50000"/>
                <a:lumOff val="50000"/>
              </a:schemeClr>
            </a:solidFill>
          </a:ln>
        </p:spPr>
      </p:pic>
      <p:pic>
        <p:nvPicPr>
          <p:cNvPr id="8" name="그림 7">
            <a:extLst>
              <a:ext uri="{FF2B5EF4-FFF2-40B4-BE49-F238E27FC236}">
                <a16:creationId xmlns:a16="http://schemas.microsoft.com/office/drawing/2014/main" id="{5FBE3AD4-5005-CB92-67F5-0C693C790BD5}"/>
              </a:ext>
            </a:extLst>
          </p:cNvPr>
          <p:cNvPicPr>
            <a:picLocks noChangeAspect="1"/>
          </p:cNvPicPr>
          <p:nvPr/>
        </p:nvPicPr>
        <p:blipFill>
          <a:blip r:embed="rId3"/>
          <a:stretch>
            <a:fillRect/>
          </a:stretch>
        </p:blipFill>
        <p:spPr>
          <a:xfrm>
            <a:off x="5838891" y="1082433"/>
            <a:ext cx="2258219" cy="1592972"/>
          </a:xfrm>
          <a:prstGeom prst="rect">
            <a:avLst/>
          </a:prstGeom>
          <a:ln>
            <a:solidFill>
              <a:schemeClr val="tx1">
                <a:lumMod val="50000"/>
                <a:lumOff val="50000"/>
              </a:schemeClr>
            </a:solidFill>
          </a:ln>
        </p:spPr>
      </p:pic>
      <p:grpSp>
        <p:nvGrpSpPr>
          <p:cNvPr id="15" name="그룹 14">
            <a:extLst>
              <a:ext uri="{FF2B5EF4-FFF2-40B4-BE49-F238E27FC236}">
                <a16:creationId xmlns:a16="http://schemas.microsoft.com/office/drawing/2014/main" id="{3D2D0FC9-4792-9E16-4447-74B2591C9DB9}"/>
              </a:ext>
            </a:extLst>
          </p:cNvPr>
          <p:cNvGrpSpPr/>
          <p:nvPr/>
        </p:nvGrpSpPr>
        <p:grpSpPr>
          <a:xfrm>
            <a:off x="5838891" y="2717859"/>
            <a:ext cx="2258218" cy="936104"/>
            <a:chOff x="5940152" y="3523105"/>
            <a:chExt cx="2952328" cy="1569886"/>
          </a:xfrm>
        </p:grpSpPr>
        <p:grpSp>
          <p:nvGrpSpPr>
            <p:cNvPr id="13" name="그룹 12">
              <a:extLst>
                <a:ext uri="{FF2B5EF4-FFF2-40B4-BE49-F238E27FC236}">
                  <a16:creationId xmlns:a16="http://schemas.microsoft.com/office/drawing/2014/main" id="{9ACC59D5-1B04-A719-5AB2-9E55ED429A0B}"/>
                </a:ext>
              </a:extLst>
            </p:cNvPr>
            <p:cNvGrpSpPr/>
            <p:nvPr/>
          </p:nvGrpSpPr>
          <p:grpSpPr>
            <a:xfrm>
              <a:off x="6125929" y="3523105"/>
              <a:ext cx="2648390" cy="1569886"/>
              <a:chOff x="6125929" y="3523105"/>
              <a:chExt cx="2648390" cy="1569886"/>
            </a:xfrm>
          </p:grpSpPr>
          <p:pic>
            <p:nvPicPr>
              <p:cNvPr id="10" name="그림 9">
                <a:extLst>
                  <a:ext uri="{FF2B5EF4-FFF2-40B4-BE49-F238E27FC236}">
                    <a16:creationId xmlns:a16="http://schemas.microsoft.com/office/drawing/2014/main" id="{E00A379C-0C6F-E1C1-541D-143B1D333B74}"/>
                  </a:ext>
                </a:extLst>
              </p:cNvPr>
              <p:cNvPicPr>
                <a:picLocks noChangeAspect="1"/>
              </p:cNvPicPr>
              <p:nvPr/>
            </p:nvPicPr>
            <p:blipFill>
              <a:blip r:embed="rId4"/>
              <a:stretch>
                <a:fillRect/>
              </a:stretch>
            </p:blipFill>
            <p:spPr>
              <a:xfrm>
                <a:off x="6125929" y="3523105"/>
                <a:ext cx="2619048" cy="990476"/>
              </a:xfrm>
              <a:prstGeom prst="rect">
                <a:avLst/>
              </a:prstGeom>
              <a:ln>
                <a:noFill/>
              </a:ln>
            </p:spPr>
          </p:pic>
          <p:pic>
            <p:nvPicPr>
              <p:cNvPr id="12" name="그림 11">
                <a:extLst>
                  <a:ext uri="{FF2B5EF4-FFF2-40B4-BE49-F238E27FC236}">
                    <a16:creationId xmlns:a16="http://schemas.microsoft.com/office/drawing/2014/main" id="{61A34CA2-B516-7485-F02A-1F71B96EEA10}"/>
                  </a:ext>
                </a:extLst>
              </p:cNvPr>
              <p:cNvPicPr>
                <a:picLocks noChangeAspect="1"/>
              </p:cNvPicPr>
              <p:nvPr/>
            </p:nvPicPr>
            <p:blipFill>
              <a:blip r:embed="rId5"/>
              <a:stretch>
                <a:fillRect/>
              </a:stretch>
            </p:blipFill>
            <p:spPr>
              <a:xfrm>
                <a:off x="6126700" y="4578705"/>
                <a:ext cx="2647619" cy="514286"/>
              </a:xfrm>
              <a:prstGeom prst="rect">
                <a:avLst/>
              </a:prstGeom>
              <a:ln>
                <a:noFill/>
              </a:ln>
            </p:spPr>
          </p:pic>
        </p:grpSp>
        <p:sp>
          <p:nvSpPr>
            <p:cNvPr id="14" name="직사각형 13">
              <a:extLst>
                <a:ext uri="{FF2B5EF4-FFF2-40B4-BE49-F238E27FC236}">
                  <a16:creationId xmlns:a16="http://schemas.microsoft.com/office/drawing/2014/main" id="{0D6FBF75-E58B-F5D3-A379-531E5CC79958}"/>
                </a:ext>
              </a:extLst>
            </p:cNvPr>
            <p:cNvSpPr/>
            <p:nvPr/>
          </p:nvSpPr>
          <p:spPr>
            <a:xfrm>
              <a:off x="5940152" y="3523105"/>
              <a:ext cx="2952328" cy="1569886"/>
            </a:xfrm>
            <a:prstGeom prst="rect">
              <a:avLst/>
            </a:prstGeom>
            <a:no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5" name="그림 4">
            <a:extLst>
              <a:ext uri="{FF2B5EF4-FFF2-40B4-BE49-F238E27FC236}">
                <a16:creationId xmlns:a16="http://schemas.microsoft.com/office/drawing/2014/main" id="{B96E14FE-484A-F801-78F6-1CF5908B5EA4}"/>
              </a:ext>
            </a:extLst>
          </p:cNvPr>
          <p:cNvPicPr>
            <a:picLocks noChangeAspect="1"/>
          </p:cNvPicPr>
          <p:nvPr/>
        </p:nvPicPr>
        <p:blipFill>
          <a:blip r:embed="rId6"/>
          <a:stretch>
            <a:fillRect/>
          </a:stretch>
        </p:blipFill>
        <p:spPr>
          <a:xfrm>
            <a:off x="5838890" y="3732658"/>
            <a:ext cx="3155563" cy="2720678"/>
          </a:xfrm>
          <a:prstGeom prst="rect">
            <a:avLst/>
          </a:prstGeom>
          <a:ln>
            <a:solidFill>
              <a:schemeClr val="tx1">
                <a:lumMod val="50000"/>
                <a:lumOff val="50000"/>
              </a:schemeClr>
            </a:solidFill>
          </a:ln>
        </p:spPr>
      </p:pic>
      <p:sp>
        <p:nvSpPr>
          <p:cNvPr id="18" name="직사각형 17">
            <a:extLst>
              <a:ext uri="{FF2B5EF4-FFF2-40B4-BE49-F238E27FC236}">
                <a16:creationId xmlns:a16="http://schemas.microsoft.com/office/drawing/2014/main" id="{D2E3D090-8020-19F8-AEFB-79A33E3AFB94}"/>
              </a:ext>
            </a:extLst>
          </p:cNvPr>
          <p:cNvSpPr/>
          <p:nvPr/>
        </p:nvSpPr>
        <p:spPr>
          <a:xfrm>
            <a:off x="6372200" y="3957693"/>
            <a:ext cx="144016" cy="191387"/>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직사각형 6">
            <a:extLst>
              <a:ext uri="{FF2B5EF4-FFF2-40B4-BE49-F238E27FC236}">
                <a16:creationId xmlns:a16="http://schemas.microsoft.com/office/drawing/2014/main" id="{1FD9A41E-EFE1-D6C0-3705-BD8B1C606A8F}"/>
              </a:ext>
            </a:extLst>
          </p:cNvPr>
          <p:cNvSpPr/>
          <p:nvPr/>
        </p:nvSpPr>
        <p:spPr>
          <a:xfrm>
            <a:off x="7009393" y="6117528"/>
            <a:ext cx="1985060" cy="200501"/>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192464378"/>
      </p:ext>
    </p:extLst>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15"/>
                                        </p:tgtEl>
                                        <p:attrNameLst>
                                          <p:attrName>style.visibility</p:attrName>
                                        </p:attrNameLst>
                                      </p:cBhvr>
                                      <p:to>
                                        <p:strVal val="visible"/>
                                      </p:to>
                                    </p:set>
                                    <p:anim calcmode="lin" valueType="num">
                                      <p:cBhvr additive="base">
                                        <p:cTn id="12" dur="500" fill="hold"/>
                                        <p:tgtEl>
                                          <p:spTgt spid="15"/>
                                        </p:tgtEl>
                                        <p:attrNameLst>
                                          <p:attrName>ppt_x</p:attrName>
                                        </p:attrNameLst>
                                      </p:cBhvr>
                                      <p:tavLst>
                                        <p:tav tm="0">
                                          <p:val>
                                            <p:strVal val="#ppt_x"/>
                                          </p:val>
                                        </p:tav>
                                        <p:tav tm="100000">
                                          <p:val>
                                            <p:strVal val="#ppt_x"/>
                                          </p:val>
                                        </p:tav>
                                      </p:tavLst>
                                    </p:anim>
                                    <p:anim calcmode="lin" valueType="num">
                                      <p:cBhvr additive="base">
                                        <p:cTn id="13" dur="500" fill="hold"/>
                                        <p:tgtEl>
                                          <p:spTgt spid="15"/>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18"/>
                                        </p:tgtEl>
                                        <p:attrNameLst>
                                          <p:attrName>style.visibility</p:attrName>
                                        </p:attrNameLst>
                                      </p:cBhvr>
                                      <p:to>
                                        <p:strVal val="visible"/>
                                      </p:to>
                                    </p:set>
                                    <p:anim calcmode="lin" valueType="num">
                                      <p:cBhvr additive="base">
                                        <p:cTn id="17" dur="500" fill="hold"/>
                                        <p:tgtEl>
                                          <p:spTgt spid="18"/>
                                        </p:tgtEl>
                                        <p:attrNameLst>
                                          <p:attrName>ppt_x</p:attrName>
                                        </p:attrNameLst>
                                      </p:cBhvr>
                                      <p:tavLst>
                                        <p:tav tm="0">
                                          <p:val>
                                            <p:strVal val="#ppt_x"/>
                                          </p:val>
                                        </p:tav>
                                        <p:tav tm="100000">
                                          <p:val>
                                            <p:strVal val="#ppt_x"/>
                                          </p:val>
                                        </p:tav>
                                      </p:tavLst>
                                    </p:anim>
                                    <p:anim calcmode="lin" valueType="num">
                                      <p:cBhvr additive="base">
                                        <p:cTn id="18" dur="500" fill="hold"/>
                                        <p:tgtEl>
                                          <p:spTgt spid="18"/>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42" presetClass="entr" presetSubtype="0" fill="hold" nodeType="after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000"/>
                                        <p:tgtEl>
                                          <p:spTgt spid="5"/>
                                        </p:tgtEl>
                                      </p:cBhvr>
                                    </p:animEffect>
                                    <p:anim calcmode="lin" valueType="num">
                                      <p:cBhvr>
                                        <p:cTn id="23" dur="1000" fill="hold"/>
                                        <p:tgtEl>
                                          <p:spTgt spid="5"/>
                                        </p:tgtEl>
                                        <p:attrNameLst>
                                          <p:attrName>ppt_x</p:attrName>
                                        </p:attrNameLst>
                                      </p:cBhvr>
                                      <p:tavLst>
                                        <p:tav tm="0">
                                          <p:val>
                                            <p:strVal val="#ppt_x"/>
                                          </p:val>
                                        </p:tav>
                                        <p:tav tm="100000">
                                          <p:val>
                                            <p:strVal val="#ppt_x"/>
                                          </p:val>
                                        </p:tav>
                                      </p:tavLst>
                                    </p:anim>
                                    <p:anim calcmode="lin" valueType="num">
                                      <p:cBhvr>
                                        <p:cTn id="24" dur="1000" fill="hold"/>
                                        <p:tgtEl>
                                          <p:spTgt spid="5"/>
                                        </p:tgtEl>
                                        <p:attrNameLst>
                                          <p:attrName>ppt_y</p:attrName>
                                        </p:attrNameLst>
                                      </p:cBhvr>
                                      <p:tavLst>
                                        <p:tav tm="0">
                                          <p:val>
                                            <p:strVal val="#ppt_y+.1"/>
                                          </p:val>
                                        </p:tav>
                                        <p:tav tm="100000">
                                          <p:val>
                                            <p:strVal val="#ppt_y"/>
                                          </p:val>
                                        </p:tav>
                                      </p:tavLst>
                                    </p:anim>
                                  </p:childTnLst>
                                </p:cTn>
                              </p:par>
                            </p:childTnLst>
                          </p:cTn>
                        </p:par>
                        <p:par>
                          <p:cTn id="25" fill="hold">
                            <p:stCondLst>
                              <p:cond delay="2500"/>
                            </p:stCondLst>
                            <p:childTnLst>
                              <p:par>
                                <p:cTn id="26" presetID="2" presetClass="entr" presetSubtype="4" fill="hold" grpId="0" nodeType="afterEffect">
                                  <p:stCondLst>
                                    <p:cond delay="0"/>
                                  </p:stCondLst>
                                  <p:childTnLst>
                                    <p:set>
                                      <p:cBhvr>
                                        <p:cTn id="27" dur="1" fill="hold">
                                          <p:stCondLst>
                                            <p:cond delay="0"/>
                                          </p:stCondLst>
                                        </p:cTn>
                                        <p:tgtEl>
                                          <p:spTgt spid="7"/>
                                        </p:tgtEl>
                                        <p:attrNameLst>
                                          <p:attrName>style.visibility</p:attrName>
                                        </p:attrNameLst>
                                      </p:cBhvr>
                                      <p:to>
                                        <p:strVal val="visible"/>
                                      </p:to>
                                    </p:set>
                                    <p:anim calcmode="lin" valueType="num">
                                      <p:cBhvr additive="base">
                                        <p:cTn id="28" dur="500" fill="hold"/>
                                        <p:tgtEl>
                                          <p:spTgt spid="7"/>
                                        </p:tgtEl>
                                        <p:attrNameLst>
                                          <p:attrName>ppt_x</p:attrName>
                                        </p:attrNameLst>
                                      </p:cBhvr>
                                      <p:tavLst>
                                        <p:tav tm="0">
                                          <p:val>
                                            <p:strVal val="#ppt_x"/>
                                          </p:val>
                                        </p:tav>
                                        <p:tav tm="100000">
                                          <p:val>
                                            <p:strVal val="#ppt_x"/>
                                          </p:val>
                                        </p:tav>
                                      </p:tavLst>
                                    </p:anim>
                                    <p:anim calcmode="lin" valueType="num">
                                      <p:cBhvr additive="base">
                                        <p:cTn id="29"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6A13E69-5FFD-364C-5339-6931F50854D5}"/>
              </a:ext>
            </a:extLst>
          </p:cNvPr>
          <p:cNvSpPr>
            <a:spLocks noGrp="1"/>
          </p:cNvSpPr>
          <p:nvPr>
            <p:ph type="title"/>
          </p:nvPr>
        </p:nvSpPr>
        <p:spPr/>
        <p:txBody>
          <a:bodyPr/>
          <a:lstStyle/>
          <a:p>
            <a:r>
              <a:rPr lang="en-US" altLang="ko-KR" dirty="0"/>
              <a:t>[</a:t>
            </a:r>
            <a:r>
              <a:rPr lang="ko-KR" altLang="en-US" dirty="0"/>
              <a:t>실습</a:t>
            </a:r>
            <a:r>
              <a:rPr lang="en-US" altLang="ko-KR" dirty="0"/>
              <a:t>4] </a:t>
            </a:r>
            <a:r>
              <a:rPr lang="ko-KR" altLang="en-US" dirty="0"/>
              <a:t>흑백 이미지로 바꾸기</a:t>
            </a:r>
          </a:p>
        </p:txBody>
      </p:sp>
      <p:sp>
        <p:nvSpPr>
          <p:cNvPr id="4" name="슬라이드 번호 개체 틀 3">
            <a:extLst>
              <a:ext uri="{FF2B5EF4-FFF2-40B4-BE49-F238E27FC236}">
                <a16:creationId xmlns:a16="http://schemas.microsoft.com/office/drawing/2014/main" id="{21ED80A5-CDE9-BE46-B1DB-BA04BF5B7D1F}"/>
              </a:ext>
            </a:extLst>
          </p:cNvPr>
          <p:cNvSpPr>
            <a:spLocks noGrp="1"/>
          </p:cNvSpPr>
          <p:nvPr>
            <p:ph type="sldNum" sz="quarter" idx="10"/>
          </p:nvPr>
        </p:nvSpPr>
        <p:spPr/>
        <p:txBody>
          <a:bodyPr/>
          <a:lstStyle/>
          <a:p>
            <a:fld id="{0662DF40-CD95-4196-B16C-EF23877BEF64}" type="slidenum">
              <a:rPr lang="en-US" altLang="ko-KR" smtClean="0"/>
              <a:pPr/>
              <a:t>32</a:t>
            </a:fld>
            <a:endParaRPr lang="en-US" altLang="ko-KR"/>
          </a:p>
        </p:txBody>
      </p:sp>
      <p:pic>
        <p:nvPicPr>
          <p:cNvPr id="6" name="그림 5">
            <a:extLst>
              <a:ext uri="{FF2B5EF4-FFF2-40B4-BE49-F238E27FC236}">
                <a16:creationId xmlns:a16="http://schemas.microsoft.com/office/drawing/2014/main" id="{EA504291-1B2F-412D-2641-BCCA676B494A}"/>
              </a:ext>
            </a:extLst>
          </p:cNvPr>
          <p:cNvPicPr>
            <a:picLocks noChangeAspect="1"/>
          </p:cNvPicPr>
          <p:nvPr/>
        </p:nvPicPr>
        <p:blipFill>
          <a:blip r:embed="rId2"/>
          <a:stretch>
            <a:fillRect/>
          </a:stretch>
        </p:blipFill>
        <p:spPr>
          <a:xfrm>
            <a:off x="6256658" y="980728"/>
            <a:ext cx="2600000" cy="3703968"/>
          </a:xfrm>
          <a:prstGeom prst="rect">
            <a:avLst/>
          </a:prstGeom>
          <a:ln>
            <a:solidFill>
              <a:schemeClr val="tx1">
                <a:lumMod val="50000"/>
                <a:lumOff val="50000"/>
              </a:schemeClr>
            </a:solidFill>
          </a:ln>
        </p:spPr>
      </p:pic>
      <p:pic>
        <p:nvPicPr>
          <p:cNvPr id="8" name="그림 7">
            <a:extLst>
              <a:ext uri="{FF2B5EF4-FFF2-40B4-BE49-F238E27FC236}">
                <a16:creationId xmlns:a16="http://schemas.microsoft.com/office/drawing/2014/main" id="{E1AC6B0C-473C-5556-61A2-0B5501E4B537}"/>
              </a:ext>
            </a:extLst>
          </p:cNvPr>
          <p:cNvPicPr>
            <a:picLocks noChangeAspect="1"/>
          </p:cNvPicPr>
          <p:nvPr/>
        </p:nvPicPr>
        <p:blipFill>
          <a:blip r:embed="rId3"/>
          <a:stretch>
            <a:fillRect/>
          </a:stretch>
        </p:blipFill>
        <p:spPr>
          <a:xfrm>
            <a:off x="179512" y="980728"/>
            <a:ext cx="5552023" cy="5572472"/>
          </a:xfrm>
          <a:prstGeom prst="rect">
            <a:avLst/>
          </a:prstGeom>
          <a:ln>
            <a:solidFill>
              <a:schemeClr val="tx1">
                <a:lumMod val="50000"/>
                <a:lumOff val="50000"/>
              </a:schemeClr>
            </a:solidFill>
          </a:ln>
        </p:spPr>
      </p:pic>
      <p:pic>
        <p:nvPicPr>
          <p:cNvPr id="10" name="그림 9">
            <a:extLst>
              <a:ext uri="{FF2B5EF4-FFF2-40B4-BE49-F238E27FC236}">
                <a16:creationId xmlns:a16="http://schemas.microsoft.com/office/drawing/2014/main" id="{E3AC6A34-A0D8-6F7E-5F48-B4A3044E3A02}"/>
              </a:ext>
            </a:extLst>
          </p:cNvPr>
          <p:cNvPicPr>
            <a:picLocks noChangeAspect="1"/>
          </p:cNvPicPr>
          <p:nvPr/>
        </p:nvPicPr>
        <p:blipFill>
          <a:blip r:embed="rId4"/>
          <a:stretch>
            <a:fillRect/>
          </a:stretch>
        </p:blipFill>
        <p:spPr>
          <a:xfrm>
            <a:off x="6256658" y="4941168"/>
            <a:ext cx="2600000" cy="1066667"/>
          </a:xfrm>
          <a:prstGeom prst="rect">
            <a:avLst/>
          </a:prstGeom>
          <a:ln>
            <a:solidFill>
              <a:schemeClr val="tx1">
                <a:lumMod val="50000"/>
                <a:lumOff val="50000"/>
              </a:schemeClr>
            </a:solidFill>
          </a:ln>
        </p:spPr>
      </p:pic>
      <p:sp>
        <p:nvSpPr>
          <p:cNvPr id="13" name="직사각형 12">
            <a:extLst>
              <a:ext uri="{FF2B5EF4-FFF2-40B4-BE49-F238E27FC236}">
                <a16:creationId xmlns:a16="http://schemas.microsoft.com/office/drawing/2014/main" id="{5A30AA10-4128-53B2-096E-00808D120FE8}"/>
              </a:ext>
            </a:extLst>
          </p:cNvPr>
          <p:cNvSpPr/>
          <p:nvPr/>
        </p:nvSpPr>
        <p:spPr>
          <a:xfrm>
            <a:off x="7113546" y="5336459"/>
            <a:ext cx="402572" cy="447539"/>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4292765664"/>
      </p:ext>
    </p:extLst>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fill="hold"/>
                                        <p:tgtEl>
                                          <p:spTgt spid="10"/>
                                        </p:tgtEl>
                                        <p:attrNameLst>
                                          <p:attrName>ppt_x</p:attrName>
                                        </p:attrNameLst>
                                      </p:cBhvr>
                                      <p:tavLst>
                                        <p:tav tm="0">
                                          <p:val>
                                            <p:strVal val="#ppt_x"/>
                                          </p:val>
                                        </p:tav>
                                        <p:tav tm="100000">
                                          <p:val>
                                            <p:strVal val="#ppt_x"/>
                                          </p:val>
                                        </p:tav>
                                      </p:tavLst>
                                    </p:anim>
                                    <p:anim calcmode="lin" valueType="num">
                                      <p:cBhvr additive="base">
                                        <p:cTn id="13" dur="500" fill="hold"/>
                                        <p:tgtEl>
                                          <p:spTgt spid="10"/>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500" fill="hold"/>
                                        <p:tgtEl>
                                          <p:spTgt spid="13"/>
                                        </p:tgtEl>
                                        <p:attrNameLst>
                                          <p:attrName>ppt_x</p:attrName>
                                        </p:attrNameLst>
                                      </p:cBhvr>
                                      <p:tavLst>
                                        <p:tav tm="0">
                                          <p:val>
                                            <p:strVal val="#ppt_x"/>
                                          </p:val>
                                        </p:tav>
                                        <p:tav tm="100000">
                                          <p:val>
                                            <p:strVal val="#ppt_x"/>
                                          </p:val>
                                        </p:tav>
                                      </p:tavLst>
                                    </p:anim>
                                    <p:anim calcmode="lin" valueType="num">
                                      <p:cBhvr additive="base">
                                        <p:cTn id="1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6E63E76-EF16-0A47-B270-B15E042E1E84}"/>
              </a:ext>
            </a:extLst>
          </p:cNvPr>
          <p:cNvSpPr>
            <a:spLocks noGrp="1"/>
          </p:cNvSpPr>
          <p:nvPr>
            <p:ph type="title"/>
          </p:nvPr>
        </p:nvSpPr>
        <p:spPr/>
        <p:txBody>
          <a:bodyPr/>
          <a:lstStyle/>
          <a:p>
            <a:r>
              <a:rPr lang="en-US" altLang="ko-KR" dirty="0"/>
              <a:t>[</a:t>
            </a:r>
            <a:r>
              <a:rPr lang="ko-KR" altLang="en-US" dirty="0"/>
              <a:t>실습</a:t>
            </a:r>
            <a:r>
              <a:rPr lang="en-US" altLang="ko-KR" dirty="0"/>
              <a:t>5] </a:t>
            </a:r>
            <a:r>
              <a:rPr lang="ko-KR" altLang="en-US" dirty="0"/>
              <a:t>이미지 자르기</a:t>
            </a:r>
          </a:p>
        </p:txBody>
      </p:sp>
      <p:sp>
        <p:nvSpPr>
          <p:cNvPr id="4" name="슬라이드 번호 개체 틀 3">
            <a:extLst>
              <a:ext uri="{FF2B5EF4-FFF2-40B4-BE49-F238E27FC236}">
                <a16:creationId xmlns:a16="http://schemas.microsoft.com/office/drawing/2014/main" id="{C20BAFDA-789C-50AD-771D-494771713D83}"/>
              </a:ext>
            </a:extLst>
          </p:cNvPr>
          <p:cNvSpPr>
            <a:spLocks noGrp="1"/>
          </p:cNvSpPr>
          <p:nvPr>
            <p:ph type="sldNum" sz="quarter" idx="10"/>
          </p:nvPr>
        </p:nvSpPr>
        <p:spPr/>
        <p:txBody>
          <a:bodyPr/>
          <a:lstStyle/>
          <a:p>
            <a:fld id="{0662DF40-CD95-4196-B16C-EF23877BEF64}" type="slidenum">
              <a:rPr lang="en-US" altLang="ko-KR" smtClean="0"/>
              <a:pPr/>
              <a:t>33</a:t>
            </a:fld>
            <a:endParaRPr lang="en-US" altLang="ko-KR"/>
          </a:p>
        </p:txBody>
      </p:sp>
      <p:pic>
        <p:nvPicPr>
          <p:cNvPr id="6" name="그림 5">
            <a:extLst>
              <a:ext uri="{FF2B5EF4-FFF2-40B4-BE49-F238E27FC236}">
                <a16:creationId xmlns:a16="http://schemas.microsoft.com/office/drawing/2014/main" id="{AE38433C-BD79-4C68-530D-DB39CC9CD5C7}"/>
              </a:ext>
            </a:extLst>
          </p:cNvPr>
          <p:cNvPicPr>
            <a:picLocks noChangeAspect="1"/>
          </p:cNvPicPr>
          <p:nvPr/>
        </p:nvPicPr>
        <p:blipFill>
          <a:blip r:embed="rId2"/>
          <a:stretch>
            <a:fillRect/>
          </a:stretch>
        </p:blipFill>
        <p:spPr>
          <a:xfrm>
            <a:off x="107949" y="1020837"/>
            <a:ext cx="5433093" cy="5463056"/>
          </a:xfrm>
          <a:prstGeom prst="rect">
            <a:avLst/>
          </a:prstGeom>
          <a:ln>
            <a:solidFill>
              <a:schemeClr val="tx1">
                <a:lumMod val="50000"/>
                <a:lumOff val="50000"/>
              </a:schemeClr>
            </a:solidFill>
          </a:ln>
        </p:spPr>
      </p:pic>
      <p:pic>
        <p:nvPicPr>
          <p:cNvPr id="8" name="그림 7">
            <a:extLst>
              <a:ext uri="{FF2B5EF4-FFF2-40B4-BE49-F238E27FC236}">
                <a16:creationId xmlns:a16="http://schemas.microsoft.com/office/drawing/2014/main" id="{7428D9BC-8272-996F-0489-D5F5B03EA8FC}"/>
              </a:ext>
            </a:extLst>
          </p:cNvPr>
          <p:cNvPicPr>
            <a:picLocks noChangeAspect="1"/>
          </p:cNvPicPr>
          <p:nvPr/>
        </p:nvPicPr>
        <p:blipFill>
          <a:blip r:embed="rId3"/>
          <a:stretch>
            <a:fillRect/>
          </a:stretch>
        </p:blipFill>
        <p:spPr>
          <a:xfrm>
            <a:off x="5768110" y="1556792"/>
            <a:ext cx="3237359" cy="1664276"/>
          </a:xfrm>
          <a:prstGeom prst="rect">
            <a:avLst/>
          </a:prstGeom>
        </p:spPr>
      </p:pic>
    </p:spTree>
    <p:extLst>
      <p:ext uri="{BB962C8B-B14F-4D97-AF65-F5344CB8AC3E}">
        <p14:creationId xmlns:p14="http://schemas.microsoft.com/office/powerpoint/2010/main" val="2798769763"/>
      </p:ext>
    </p:extLst>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6E63E76-EF16-0A47-B270-B15E042E1E84}"/>
              </a:ext>
            </a:extLst>
          </p:cNvPr>
          <p:cNvSpPr>
            <a:spLocks noGrp="1"/>
          </p:cNvSpPr>
          <p:nvPr>
            <p:ph type="title"/>
          </p:nvPr>
        </p:nvSpPr>
        <p:spPr/>
        <p:txBody>
          <a:bodyPr/>
          <a:lstStyle/>
          <a:p>
            <a:r>
              <a:rPr lang="en-US" altLang="ko-KR" dirty="0"/>
              <a:t>[</a:t>
            </a:r>
            <a:r>
              <a:rPr lang="ko-KR" altLang="en-US" dirty="0"/>
              <a:t>실습</a:t>
            </a:r>
            <a:r>
              <a:rPr lang="en-US" altLang="ko-KR" dirty="0"/>
              <a:t>6] </a:t>
            </a:r>
            <a:r>
              <a:rPr lang="ko-KR" altLang="en-US" dirty="0"/>
              <a:t>글자 출력하기</a:t>
            </a:r>
          </a:p>
        </p:txBody>
      </p:sp>
      <p:sp>
        <p:nvSpPr>
          <p:cNvPr id="4" name="슬라이드 번호 개체 틀 3">
            <a:extLst>
              <a:ext uri="{FF2B5EF4-FFF2-40B4-BE49-F238E27FC236}">
                <a16:creationId xmlns:a16="http://schemas.microsoft.com/office/drawing/2014/main" id="{C20BAFDA-789C-50AD-771D-494771713D83}"/>
              </a:ext>
            </a:extLst>
          </p:cNvPr>
          <p:cNvSpPr>
            <a:spLocks noGrp="1"/>
          </p:cNvSpPr>
          <p:nvPr>
            <p:ph type="sldNum" sz="quarter" idx="10"/>
          </p:nvPr>
        </p:nvSpPr>
        <p:spPr/>
        <p:txBody>
          <a:bodyPr/>
          <a:lstStyle/>
          <a:p>
            <a:fld id="{0662DF40-CD95-4196-B16C-EF23877BEF64}" type="slidenum">
              <a:rPr lang="en-US" altLang="ko-KR" smtClean="0"/>
              <a:pPr/>
              <a:t>34</a:t>
            </a:fld>
            <a:endParaRPr lang="en-US" altLang="ko-KR"/>
          </a:p>
        </p:txBody>
      </p:sp>
      <p:pic>
        <p:nvPicPr>
          <p:cNvPr id="5" name="그림 4">
            <a:extLst>
              <a:ext uri="{FF2B5EF4-FFF2-40B4-BE49-F238E27FC236}">
                <a16:creationId xmlns:a16="http://schemas.microsoft.com/office/drawing/2014/main" id="{D8E9DDF8-8CEA-5365-161E-312FE365B713}"/>
              </a:ext>
            </a:extLst>
          </p:cNvPr>
          <p:cNvPicPr>
            <a:picLocks noChangeAspect="1"/>
          </p:cNvPicPr>
          <p:nvPr/>
        </p:nvPicPr>
        <p:blipFill>
          <a:blip r:embed="rId2"/>
          <a:stretch>
            <a:fillRect/>
          </a:stretch>
        </p:blipFill>
        <p:spPr>
          <a:xfrm>
            <a:off x="107949" y="1025794"/>
            <a:ext cx="5526947" cy="5427542"/>
          </a:xfrm>
          <a:prstGeom prst="rect">
            <a:avLst/>
          </a:prstGeom>
          <a:ln>
            <a:solidFill>
              <a:schemeClr val="tx1">
                <a:lumMod val="50000"/>
                <a:lumOff val="50000"/>
              </a:schemeClr>
            </a:solidFill>
          </a:ln>
        </p:spPr>
      </p:pic>
      <p:pic>
        <p:nvPicPr>
          <p:cNvPr id="9" name="그림 8">
            <a:extLst>
              <a:ext uri="{FF2B5EF4-FFF2-40B4-BE49-F238E27FC236}">
                <a16:creationId xmlns:a16="http://schemas.microsoft.com/office/drawing/2014/main" id="{FCE22121-D6C6-0461-D602-B7E68E9ABDB1}"/>
              </a:ext>
            </a:extLst>
          </p:cNvPr>
          <p:cNvPicPr>
            <a:picLocks noChangeAspect="1"/>
          </p:cNvPicPr>
          <p:nvPr/>
        </p:nvPicPr>
        <p:blipFill>
          <a:blip r:embed="rId3"/>
          <a:stretch>
            <a:fillRect/>
          </a:stretch>
        </p:blipFill>
        <p:spPr>
          <a:xfrm>
            <a:off x="6084168" y="1042696"/>
            <a:ext cx="2823685" cy="3757414"/>
          </a:xfrm>
          <a:prstGeom prst="rect">
            <a:avLst/>
          </a:prstGeom>
          <a:ln>
            <a:solidFill>
              <a:schemeClr val="tx1">
                <a:lumMod val="50000"/>
                <a:lumOff val="50000"/>
              </a:schemeClr>
            </a:solidFill>
          </a:ln>
        </p:spPr>
      </p:pic>
    </p:spTree>
    <p:extLst>
      <p:ext uri="{BB962C8B-B14F-4D97-AF65-F5344CB8AC3E}">
        <p14:creationId xmlns:p14="http://schemas.microsoft.com/office/powerpoint/2010/main" val="2520299968"/>
      </p:ext>
    </p:extLst>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ABBEC0B-546A-FA56-923F-98314EE954CB}"/>
              </a:ext>
            </a:extLst>
          </p:cNvPr>
          <p:cNvSpPr>
            <a:spLocks noGrp="1"/>
          </p:cNvSpPr>
          <p:nvPr>
            <p:ph type="title"/>
          </p:nvPr>
        </p:nvSpPr>
        <p:spPr/>
        <p:txBody>
          <a:bodyPr/>
          <a:lstStyle/>
          <a:p>
            <a:r>
              <a:rPr lang="en-US" altLang="ko-KR" dirty="0"/>
              <a:t>[</a:t>
            </a:r>
            <a:r>
              <a:rPr lang="ko-KR" altLang="en-US" dirty="0"/>
              <a:t>실습</a:t>
            </a:r>
            <a:r>
              <a:rPr lang="en-US" altLang="ko-KR" dirty="0"/>
              <a:t>7] </a:t>
            </a:r>
            <a:r>
              <a:rPr lang="ko-KR" altLang="en-US" dirty="0"/>
              <a:t>빈 도화지에 도형 그리기</a:t>
            </a:r>
          </a:p>
        </p:txBody>
      </p:sp>
      <p:sp>
        <p:nvSpPr>
          <p:cNvPr id="4" name="슬라이드 번호 개체 틀 3">
            <a:extLst>
              <a:ext uri="{FF2B5EF4-FFF2-40B4-BE49-F238E27FC236}">
                <a16:creationId xmlns:a16="http://schemas.microsoft.com/office/drawing/2014/main" id="{2F799573-F50D-3D8D-7FBE-645C755FFA72}"/>
              </a:ext>
            </a:extLst>
          </p:cNvPr>
          <p:cNvSpPr>
            <a:spLocks noGrp="1"/>
          </p:cNvSpPr>
          <p:nvPr>
            <p:ph type="sldNum" sz="quarter" idx="10"/>
          </p:nvPr>
        </p:nvSpPr>
        <p:spPr/>
        <p:txBody>
          <a:bodyPr/>
          <a:lstStyle/>
          <a:p>
            <a:fld id="{0662DF40-CD95-4196-B16C-EF23877BEF64}" type="slidenum">
              <a:rPr lang="en-US" altLang="ko-KR" smtClean="0"/>
              <a:pPr/>
              <a:t>35</a:t>
            </a:fld>
            <a:endParaRPr lang="en-US" altLang="ko-KR"/>
          </a:p>
        </p:txBody>
      </p:sp>
      <p:pic>
        <p:nvPicPr>
          <p:cNvPr id="6" name="그림 5">
            <a:extLst>
              <a:ext uri="{FF2B5EF4-FFF2-40B4-BE49-F238E27FC236}">
                <a16:creationId xmlns:a16="http://schemas.microsoft.com/office/drawing/2014/main" id="{B5596B05-FC56-15AD-72BC-428F737F7927}"/>
              </a:ext>
            </a:extLst>
          </p:cNvPr>
          <p:cNvPicPr>
            <a:picLocks noChangeAspect="1"/>
          </p:cNvPicPr>
          <p:nvPr/>
        </p:nvPicPr>
        <p:blipFill>
          <a:blip r:embed="rId2"/>
          <a:stretch>
            <a:fillRect/>
          </a:stretch>
        </p:blipFill>
        <p:spPr>
          <a:xfrm>
            <a:off x="122822" y="1052736"/>
            <a:ext cx="6295238" cy="4857143"/>
          </a:xfrm>
          <a:prstGeom prst="rect">
            <a:avLst/>
          </a:prstGeom>
          <a:ln>
            <a:solidFill>
              <a:schemeClr val="tx1">
                <a:lumMod val="50000"/>
                <a:lumOff val="50000"/>
              </a:schemeClr>
            </a:solidFill>
          </a:ln>
        </p:spPr>
      </p:pic>
      <p:pic>
        <p:nvPicPr>
          <p:cNvPr id="8" name="그림 7">
            <a:extLst>
              <a:ext uri="{FF2B5EF4-FFF2-40B4-BE49-F238E27FC236}">
                <a16:creationId xmlns:a16="http://schemas.microsoft.com/office/drawing/2014/main" id="{28BC4234-1BE3-E08A-41DD-9535C37AAB0B}"/>
              </a:ext>
            </a:extLst>
          </p:cNvPr>
          <p:cNvPicPr>
            <a:picLocks noChangeAspect="1"/>
          </p:cNvPicPr>
          <p:nvPr/>
        </p:nvPicPr>
        <p:blipFill>
          <a:blip r:embed="rId3"/>
          <a:stretch>
            <a:fillRect/>
          </a:stretch>
        </p:blipFill>
        <p:spPr>
          <a:xfrm>
            <a:off x="6012160" y="3429000"/>
            <a:ext cx="2663439" cy="2808312"/>
          </a:xfrm>
          <a:prstGeom prst="rect">
            <a:avLst/>
          </a:prstGeom>
          <a:ln>
            <a:solidFill>
              <a:schemeClr val="tx1">
                <a:lumMod val="50000"/>
                <a:lumOff val="50000"/>
              </a:schemeClr>
            </a:solidFill>
          </a:ln>
        </p:spPr>
      </p:pic>
    </p:spTree>
    <p:extLst>
      <p:ext uri="{BB962C8B-B14F-4D97-AF65-F5344CB8AC3E}">
        <p14:creationId xmlns:p14="http://schemas.microsoft.com/office/powerpoint/2010/main" val="4157994992"/>
      </p:ext>
    </p:extLst>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AEAE860-7646-2547-0B63-D7A5765F4DA5}"/>
              </a:ext>
            </a:extLst>
          </p:cNvPr>
          <p:cNvSpPr>
            <a:spLocks noGrp="1"/>
          </p:cNvSpPr>
          <p:nvPr>
            <p:ph type="title"/>
          </p:nvPr>
        </p:nvSpPr>
        <p:spPr/>
        <p:txBody>
          <a:bodyPr/>
          <a:lstStyle/>
          <a:p>
            <a:r>
              <a:rPr lang="ko-KR" altLang="en-US" dirty="0"/>
              <a:t>동영상의 프레임</a:t>
            </a:r>
          </a:p>
        </p:txBody>
      </p:sp>
      <p:sp>
        <p:nvSpPr>
          <p:cNvPr id="4" name="슬라이드 번호 개체 틀 3">
            <a:extLst>
              <a:ext uri="{FF2B5EF4-FFF2-40B4-BE49-F238E27FC236}">
                <a16:creationId xmlns:a16="http://schemas.microsoft.com/office/drawing/2014/main" id="{63077DBA-6330-BDA1-F30C-8881A39807AA}"/>
              </a:ext>
            </a:extLst>
          </p:cNvPr>
          <p:cNvSpPr>
            <a:spLocks noGrp="1"/>
          </p:cNvSpPr>
          <p:nvPr>
            <p:ph type="sldNum" sz="quarter" idx="10"/>
          </p:nvPr>
        </p:nvSpPr>
        <p:spPr/>
        <p:txBody>
          <a:bodyPr/>
          <a:lstStyle/>
          <a:p>
            <a:fld id="{0662DF40-CD95-4196-B16C-EF23877BEF64}" type="slidenum">
              <a:rPr lang="en-US" altLang="ko-KR" smtClean="0"/>
              <a:pPr/>
              <a:t>36</a:t>
            </a:fld>
            <a:endParaRPr lang="en-US" altLang="ko-KR"/>
          </a:p>
        </p:txBody>
      </p:sp>
      <p:pic>
        <p:nvPicPr>
          <p:cNvPr id="6" name="그림 5">
            <a:extLst>
              <a:ext uri="{FF2B5EF4-FFF2-40B4-BE49-F238E27FC236}">
                <a16:creationId xmlns:a16="http://schemas.microsoft.com/office/drawing/2014/main" id="{CFB12BD0-10D8-35D0-F2EE-2B9E46E397E3}"/>
              </a:ext>
            </a:extLst>
          </p:cNvPr>
          <p:cNvPicPr>
            <a:picLocks noChangeAspect="1"/>
          </p:cNvPicPr>
          <p:nvPr/>
        </p:nvPicPr>
        <p:blipFill>
          <a:blip r:embed="rId2"/>
          <a:stretch>
            <a:fillRect/>
          </a:stretch>
        </p:blipFill>
        <p:spPr>
          <a:xfrm>
            <a:off x="1410094" y="1124744"/>
            <a:ext cx="6323809" cy="3542857"/>
          </a:xfrm>
          <a:prstGeom prst="rect">
            <a:avLst/>
          </a:prstGeom>
        </p:spPr>
      </p:pic>
      <p:sp>
        <p:nvSpPr>
          <p:cNvPr id="7" name="TextBox 6">
            <a:extLst>
              <a:ext uri="{FF2B5EF4-FFF2-40B4-BE49-F238E27FC236}">
                <a16:creationId xmlns:a16="http://schemas.microsoft.com/office/drawing/2014/main" id="{C2DEDA61-F4C1-47B4-E28F-05CCC9625395}"/>
              </a:ext>
            </a:extLst>
          </p:cNvPr>
          <p:cNvSpPr txBox="1"/>
          <p:nvPr/>
        </p:nvSpPr>
        <p:spPr>
          <a:xfrm>
            <a:off x="1030645" y="4797152"/>
            <a:ext cx="7082708" cy="1508746"/>
          </a:xfrm>
          <a:prstGeom prst="rect">
            <a:avLst/>
          </a:prstGeom>
          <a:noFill/>
          <a:ln>
            <a:solidFill>
              <a:schemeClr val="tx1">
                <a:lumMod val="50000"/>
                <a:lumOff val="50000"/>
              </a:schemeClr>
            </a:solidFill>
          </a:ln>
        </p:spPr>
        <p:txBody>
          <a:bodyPr wrap="none" rtlCol="0">
            <a:spAutoFit/>
          </a:bodyPr>
          <a:lstStyle/>
          <a:p>
            <a:pPr>
              <a:lnSpc>
                <a:spcPct val="120000"/>
              </a:lnSpc>
            </a:pPr>
            <a:r>
              <a:rPr lang="ko-KR" altLang="en-US" dirty="0">
                <a:latin typeface="맑은 고딕" panose="020B0503020000020004" pitchFamily="50" charset="-127"/>
                <a:ea typeface="맑은 고딕" panose="020B0503020000020004" pitchFamily="50" charset="-127"/>
              </a:rPr>
              <a:t>프레임</a:t>
            </a:r>
            <a:r>
              <a:rPr lang="en-US" altLang="ko-KR" dirty="0">
                <a:latin typeface="맑은 고딕" panose="020B0503020000020004" pitchFamily="50" charset="-127"/>
                <a:ea typeface="맑은 고딕" panose="020B0503020000020004" pitchFamily="50" charset="-127"/>
              </a:rPr>
              <a:t>(Frame) </a:t>
            </a:r>
          </a:p>
          <a:p>
            <a:pPr marL="180000" indent="-180000">
              <a:lnSpc>
                <a:spcPct val="120000"/>
              </a:lnSpc>
              <a:buFont typeface="Wingdings" panose="05000000000000000000" pitchFamily="2" charset="2"/>
              <a:buChar char="§"/>
            </a:pPr>
            <a:r>
              <a:rPr lang="ko-KR" altLang="en-US" i="0" dirty="0">
                <a:solidFill>
                  <a:srgbClr val="0070C0"/>
                </a:solidFill>
                <a:effectLst/>
                <a:latin typeface="맑은 고딕" panose="020B0503020000020004" pitchFamily="50" charset="-127"/>
                <a:ea typeface="맑은 고딕" panose="020B0503020000020004" pitchFamily="50" charset="-127"/>
              </a:rPr>
              <a:t>화면에서 보여지는 정지된 영상</a:t>
            </a:r>
            <a:r>
              <a:rPr lang="en-US" altLang="ko-KR" i="0" dirty="0">
                <a:solidFill>
                  <a:srgbClr val="0070C0"/>
                </a:solidFill>
                <a:effectLst/>
                <a:latin typeface="맑은 고딕" panose="020B0503020000020004" pitchFamily="50" charset="-127"/>
                <a:ea typeface="맑은 고딕" panose="020B0503020000020004" pitchFamily="50" charset="-127"/>
              </a:rPr>
              <a:t>, </a:t>
            </a:r>
            <a:r>
              <a:rPr lang="ko-KR" altLang="en-US" i="0" dirty="0">
                <a:solidFill>
                  <a:srgbClr val="0070C0"/>
                </a:solidFill>
                <a:effectLst/>
                <a:latin typeface="맑은 고딕" panose="020B0503020000020004" pitchFamily="50" charset="-127"/>
                <a:ea typeface="맑은 고딕" panose="020B0503020000020004" pitchFamily="50" charset="-127"/>
              </a:rPr>
              <a:t>즉 필름의 낱장을 의미</a:t>
            </a:r>
            <a:endParaRPr lang="en-US" altLang="ko-KR" i="0" dirty="0">
              <a:solidFill>
                <a:srgbClr val="0070C0"/>
              </a:solidFill>
              <a:effectLst/>
              <a:latin typeface="맑은 고딕" panose="020B0503020000020004" pitchFamily="50" charset="-127"/>
              <a:ea typeface="맑은 고딕" panose="020B0503020000020004" pitchFamily="50" charset="-127"/>
            </a:endParaRPr>
          </a:p>
          <a:p>
            <a:pPr marL="180000" indent="-180000">
              <a:lnSpc>
                <a:spcPct val="120000"/>
              </a:lnSpc>
              <a:buFont typeface="Wingdings" panose="05000000000000000000" pitchFamily="2" charset="2"/>
              <a:buChar char="§"/>
            </a:pPr>
            <a:r>
              <a:rPr lang="ko-KR" altLang="en-US" i="0" dirty="0">
                <a:solidFill>
                  <a:srgbClr val="0070C0"/>
                </a:solidFill>
                <a:effectLst/>
                <a:latin typeface="맑은 고딕" panose="020B0503020000020004" pitchFamily="50" charset="-127"/>
                <a:ea typeface="맑은 고딕" panose="020B0503020000020004" pitchFamily="50" charset="-127"/>
              </a:rPr>
              <a:t>동영상을 보다가 일시 정지했을 때 보여지는 것은 영상</a:t>
            </a:r>
            <a:r>
              <a:rPr lang="ko-KR" altLang="en-US" dirty="0">
                <a:solidFill>
                  <a:srgbClr val="0070C0"/>
                </a:solidFill>
                <a:latin typeface="맑은 고딕" panose="020B0503020000020004" pitchFamily="50" charset="-127"/>
                <a:ea typeface="맑은 고딕" panose="020B0503020000020004" pitchFamily="50" charset="-127"/>
              </a:rPr>
              <a:t>이</a:t>
            </a:r>
            <a:r>
              <a:rPr lang="ko-KR" altLang="en-US" i="0" dirty="0">
                <a:solidFill>
                  <a:srgbClr val="0070C0"/>
                </a:solidFill>
                <a:effectLst/>
                <a:latin typeface="맑은 고딕" panose="020B0503020000020004" pitchFamily="50" charset="-127"/>
                <a:ea typeface="맑은 고딕" panose="020B0503020000020004" pitchFamily="50" charset="-127"/>
              </a:rPr>
              <a:t> 하나의 프레임</a:t>
            </a:r>
            <a:endParaRPr lang="en-US" altLang="ko-KR" i="0" dirty="0">
              <a:solidFill>
                <a:srgbClr val="0070C0"/>
              </a:solidFill>
              <a:effectLst/>
              <a:latin typeface="맑은 고딕" panose="020B0503020000020004" pitchFamily="50" charset="-127"/>
              <a:ea typeface="맑은 고딕" panose="020B0503020000020004" pitchFamily="50" charset="-127"/>
            </a:endParaRPr>
          </a:p>
          <a:p>
            <a:pPr marL="180000" indent="-180000">
              <a:lnSpc>
                <a:spcPct val="120000"/>
              </a:lnSpc>
              <a:buFont typeface="Wingdings" panose="05000000000000000000" pitchFamily="2" charset="2"/>
              <a:buChar char="§"/>
            </a:pPr>
            <a:r>
              <a:rPr lang="en-US" altLang="ko-KR" i="0" dirty="0">
                <a:solidFill>
                  <a:srgbClr val="0070C0"/>
                </a:solidFill>
                <a:effectLst/>
                <a:latin typeface="맑은 고딕" panose="020B0503020000020004" pitchFamily="50" charset="-127"/>
                <a:ea typeface="맑은 고딕" panose="020B0503020000020004" pitchFamily="50" charset="-127"/>
              </a:rPr>
              <a:t>1</a:t>
            </a:r>
            <a:r>
              <a:rPr lang="ko-KR" altLang="en-US" i="0" dirty="0">
                <a:solidFill>
                  <a:srgbClr val="0070C0"/>
                </a:solidFill>
                <a:effectLst/>
                <a:latin typeface="맑은 고딕" panose="020B0503020000020004" pitchFamily="50" charset="-127"/>
                <a:ea typeface="맑은 고딕" panose="020B0503020000020004" pitchFamily="50" charset="-127"/>
              </a:rPr>
              <a:t>초에 </a:t>
            </a:r>
            <a:r>
              <a:rPr lang="en-US" altLang="ko-KR" i="0" dirty="0">
                <a:solidFill>
                  <a:srgbClr val="0070C0"/>
                </a:solidFill>
                <a:effectLst/>
                <a:latin typeface="맑은 고딕" panose="020B0503020000020004" pitchFamily="50" charset="-127"/>
                <a:ea typeface="맑은 고딕" panose="020B0503020000020004" pitchFamily="50" charset="-127"/>
              </a:rPr>
              <a:t>24</a:t>
            </a:r>
            <a:r>
              <a:rPr lang="ko-KR" altLang="en-US" i="0" dirty="0">
                <a:solidFill>
                  <a:srgbClr val="0070C0"/>
                </a:solidFill>
                <a:effectLst/>
                <a:latin typeface="맑은 고딕" panose="020B0503020000020004" pitchFamily="50" charset="-127"/>
                <a:ea typeface="맑은 고딕" panose="020B0503020000020004" pitchFamily="50" charset="-127"/>
              </a:rPr>
              <a:t>장</a:t>
            </a:r>
            <a:r>
              <a:rPr lang="en-US" altLang="ko-KR" i="0" dirty="0">
                <a:solidFill>
                  <a:srgbClr val="0070C0"/>
                </a:solidFill>
                <a:effectLst/>
                <a:latin typeface="맑은 고딕" panose="020B0503020000020004" pitchFamily="50" charset="-127"/>
                <a:ea typeface="맑은 고딕" panose="020B0503020000020004" pitchFamily="50" charset="-127"/>
              </a:rPr>
              <a:t>, 30</a:t>
            </a:r>
            <a:r>
              <a:rPr lang="ko-KR" altLang="en-US" i="0" dirty="0">
                <a:solidFill>
                  <a:srgbClr val="0070C0"/>
                </a:solidFill>
                <a:effectLst/>
                <a:latin typeface="맑은 고딕" panose="020B0503020000020004" pitchFamily="50" charset="-127"/>
                <a:ea typeface="맑은 고딕" panose="020B0503020000020004" pitchFamily="50" charset="-127"/>
              </a:rPr>
              <a:t>장 혹은 </a:t>
            </a:r>
            <a:r>
              <a:rPr lang="en-US" altLang="ko-KR" i="0" dirty="0">
                <a:solidFill>
                  <a:srgbClr val="0070C0"/>
                </a:solidFill>
                <a:effectLst/>
                <a:latin typeface="맑은 고딕" panose="020B0503020000020004" pitchFamily="50" charset="-127"/>
                <a:ea typeface="맑은 고딕" panose="020B0503020000020004" pitchFamily="50" charset="-127"/>
              </a:rPr>
              <a:t>60</a:t>
            </a:r>
            <a:r>
              <a:rPr lang="ko-KR" altLang="en-US" i="0" dirty="0">
                <a:solidFill>
                  <a:srgbClr val="0070C0"/>
                </a:solidFill>
                <a:effectLst/>
                <a:latin typeface="맑은 고딕" panose="020B0503020000020004" pitchFamily="50" charset="-127"/>
                <a:ea typeface="맑은 고딕" panose="020B0503020000020004" pitchFamily="50" charset="-127"/>
              </a:rPr>
              <a:t>장의 사진이 흘러가면서 눈의 </a:t>
            </a:r>
            <a:r>
              <a:rPr lang="en-US" altLang="ko-KR" i="0" dirty="0">
                <a:solidFill>
                  <a:srgbClr val="0070C0"/>
                </a:solidFill>
                <a:effectLst/>
                <a:latin typeface="맑은 고딕" panose="020B0503020000020004" pitchFamily="50" charset="-127"/>
                <a:ea typeface="맑은 고딕" panose="020B0503020000020004" pitchFamily="50" charset="-127"/>
              </a:rPr>
              <a:t>'</a:t>
            </a:r>
            <a:r>
              <a:rPr lang="ko-KR" altLang="en-US" i="0" dirty="0">
                <a:solidFill>
                  <a:srgbClr val="0070C0"/>
                </a:solidFill>
                <a:effectLst/>
                <a:latin typeface="맑은 고딕" panose="020B0503020000020004" pitchFamily="50" charset="-127"/>
                <a:ea typeface="맑은 고딕" panose="020B0503020000020004" pitchFamily="50" charset="-127"/>
              </a:rPr>
              <a:t>잔상효과</a:t>
            </a:r>
            <a:r>
              <a:rPr lang="en-US" altLang="ko-KR" i="0" dirty="0">
                <a:solidFill>
                  <a:srgbClr val="0070C0"/>
                </a:solidFill>
                <a:effectLst/>
                <a:latin typeface="맑은 고딕" panose="020B0503020000020004" pitchFamily="50" charset="-127"/>
                <a:ea typeface="맑은 고딕" panose="020B0503020000020004" pitchFamily="50" charset="-127"/>
              </a:rPr>
              <a:t>'</a:t>
            </a:r>
            <a:r>
              <a:rPr lang="ko-KR" altLang="en-US" i="0" dirty="0">
                <a:solidFill>
                  <a:srgbClr val="0070C0"/>
                </a:solidFill>
                <a:effectLst/>
                <a:latin typeface="맑은 고딕" panose="020B0503020000020004" pitchFamily="50" charset="-127"/>
                <a:ea typeface="맑은 고딕" panose="020B0503020000020004" pitchFamily="50" charset="-127"/>
              </a:rPr>
              <a:t>를 이용</a:t>
            </a:r>
            <a:endParaRPr lang="en-US" altLang="ko-KR" i="0" dirty="0">
              <a:solidFill>
                <a:srgbClr val="0070C0"/>
              </a:solidFill>
              <a:effectLst/>
              <a:latin typeface="맑은 고딕" panose="020B0503020000020004" pitchFamily="50" charset="-127"/>
              <a:ea typeface="맑은 고딕" panose="020B0503020000020004" pitchFamily="50" charset="-127"/>
            </a:endParaRPr>
          </a:p>
          <a:p>
            <a:pPr marL="360000" lvl="1" indent="-180000">
              <a:lnSpc>
                <a:spcPct val="120000"/>
              </a:lnSpc>
              <a:buFont typeface="Arial" panose="020B0604020202020204" pitchFamily="34" charset="0"/>
              <a:buChar char="•"/>
            </a:pPr>
            <a:r>
              <a:rPr lang="ko-KR" altLang="en-US" sz="1400" i="0" dirty="0">
                <a:solidFill>
                  <a:schemeClr val="tx1">
                    <a:lumMod val="65000"/>
                    <a:lumOff val="35000"/>
                  </a:schemeClr>
                </a:solidFill>
                <a:effectLst/>
                <a:latin typeface="맑은 고딕" panose="020B0503020000020004" pitchFamily="50" charset="-127"/>
                <a:ea typeface="맑은 고딕" panose="020B0503020000020004" pitchFamily="50" charset="-127"/>
              </a:rPr>
              <a:t>주로 </a:t>
            </a:r>
            <a:r>
              <a:rPr lang="en-US" altLang="ko-KR" sz="1400" i="0" dirty="0">
                <a:solidFill>
                  <a:schemeClr val="tx1">
                    <a:lumMod val="65000"/>
                    <a:lumOff val="35000"/>
                  </a:schemeClr>
                </a:solidFill>
                <a:effectLst/>
                <a:latin typeface="맑은 고딕" panose="020B0503020000020004" pitchFamily="50" charset="-127"/>
                <a:ea typeface="맑은 고딕" panose="020B0503020000020004" pitchFamily="50" charset="-127"/>
              </a:rPr>
              <a:t>24fps, 30fps, 60</a:t>
            </a:r>
            <a:r>
              <a:rPr lang="ko-KR" altLang="en-US" sz="1400" i="0" dirty="0">
                <a:solidFill>
                  <a:schemeClr val="tx1">
                    <a:lumMod val="65000"/>
                    <a:lumOff val="35000"/>
                  </a:schemeClr>
                </a:solidFill>
                <a:effectLst/>
                <a:latin typeface="맑은 고딕" panose="020B0503020000020004" pitchFamily="50" charset="-127"/>
                <a:ea typeface="맑은 고딕" panose="020B0503020000020004" pitchFamily="50" charset="-127"/>
              </a:rPr>
              <a:t>를</a:t>
            </a:r>
            <a:r>
              <a:rPr lang="en-US" altLang="ko-KR" sz="1400" i="0" dirty="0">
                <a:solidFill>
                  <a:schemeClr val="tx1">
                    <a:lumMod val="65000"/>
                    <a:lumOff val="35000"/>
                  </a:schemeClr>
                </a:solidFill>
                <a:effectLst/>
                <a:latin typeface="맑은 고딕" panose="020B0503020000020004" pitchFamily="50" charset="-127"/>
                <a:ea typeface="맑은 고딕" panose="020B0503020000020004" pitchFamily="50" charset="-127"/>
              </a:rPr>
              <a:t> </a:t>
            </a:r>
            <a:r>
              <a:rPr lang="ko-KR" altLang="en-US" sz="1400" i="0" dirty="0">
                <a:solidFill>
                  <a:schemeClr val="tx1">
                    <a:lumMod val="65000"/>
                    <a:lumOff val="35000"/>
                  </a:schemeClr>
                </a:solidFill>
                <a:effectLst/>
                <a:latin typeface="맑은 고딕" panose="020B0503020000020004" pitchFamily="50" charset="-127"/>
                <a:ea typeface="맑은 고딕" panose="020B0503020000020004" pitchFamily="50" charset="-127"/>
              </a:rPr>
              <a:t>사용</a:t>
            </a:r>
            <a:r>
              <a:rPr lang="en-US" altLang="ko-KR" sz="1400" i="0" dirty="0">
                <a:solidFill>
                  <a:schemeClr val="tx1">
                    <a:lumMod val="65000"/>
                    <a:lumOff val="35000"/>
                  </a:schemeClr>
                </a:solidFill>
                <a:effectLst/>
                <a:latin typeface="맑은 고딕" panose="020B0503020000020004" pitchFamily="50" charset="-127"/>
                <a:ea typeface="맑은 고딕" panose="020B0503020000020004" pitchFamily="50" charset="-127"/>
              </a:rPr>
              <a:t>, fps </a:t>
            </a:r>
            <a:r>
              <a:rPr lang="en-US" altLang="ko-KR" sz="1400" i="0" dirty="0">
                <a:solidFill>
                  <a:schemeClr val="tx1">
                    <a:lumMod val="65000"/>
                    <a:lumOff val="35000"/>
                  </a:schemeClr>
                </a:solidFill>
                <a:effectLst/>
                <a:latin typeface="맑은 고딕" panose="020B0503020000020004" pitchFamily="50" charset="-127"/>
                <a:ea typeface="맑은 고딕" panose="020B0503020000020004" pitchFamily="50" charset="-127"/>
                <a:sym typeface="Wingdings" panose="05000000000000000000" pitchFamily="2" charset="2"/>
              </a:rPr>
              <a:t> </a:t>
            </a:r>
            <a:r>
              <a:rPr lang="en-US" altLang="ko-KR" sz="1400" i="0" dirty="0">
                <a:solidFill>
                  <a:schemeClr val="tx1">
                    <a:lumMod val="65000"/>
                    <a:lumOff val="35000"/>
                  </a:schemeClr>
                </a:solidFill>
                <a:effectLst/>
                <a:latin typeface="맑은 고딕" panose="020B0503020000020004" pitchFamily="50" charset="-127"/>
                <a:ea typeface="맑은 고딕" panose="020B0503020000020004" pitchFamily="50" charset="-127"/>
              </a:rPr>
              <a:t>frame per second</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718375077"/>
      </p:ext>
    </p:extLst>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037208F-980E-3549-D20A-9E50C9F9C6CD}"/>
              </a:ext>
            </a:extLst>
          </p:cNvPr>
          <p:cNvSpPr>
            <a:spLocks noGrp="1"/>
          </p:cNvSpPr>
          <p:nvPr>
            <p:ph type="title"/>
          </p:nvPr>
        </p:nvSpPr>
        <p:spPr/>
        <p:txBody>
          <a:bodyPr/>
          <a:lstStyle/>
          <a:p>
            <a:r>
              <a:rPr lang="en-US" altLang="ko-KR" dirty="0"/>
              <a:t>OpenCV </a:t>
            </a:r>
            <a:r>
              <a:rPr lang="ko-KR" altLang="en-US" dirty="0"/>
              <a:t>동영상처리 함수</a:t>
            </a:r>
          </a:p>
        </p:txBody>
      </p:sp>
      <p:sp>
        <p:nvSpPr>
          <p:cNvPr id="3" name="내용 개체 틀 2">
            <a:extLst>
              <a:ext uri="{FF2B5EF4-FFF2-40B4-BE49-F238E27FC236}">
                <a16:creationId xmlns:a16="http://schemas.microsoft.com/office/drawing/2014/main" id="{A05E364F-0F5E-E516-8ED3-C92E6C99F4F4}"/>
              </a:ext>
            </a:extLst>
          </p:cNvPr>
          <p:cNvSpPr>
            <a:spLocks noGrp="1"/>
          </p:cNvSpPr>
          <p:nvPr>
            <p:ph idx="1"/>
          </p:nvPr>
        </p:nvSpPr>
        <p:spPr/>
        <p:txBody>
          <a:bodyPr/>
          <a:lstStyle/>
          <a:p>
            <a:r>
              <a:rPr lang="ko-KR" altLang="en-US" dirty="0"/>
              <a:t>동영상 캡처</a:t>
            </a:r>
          </a:p>
        </p:txBody>
      </p:sp>
      <p:sp>
        <p:nvSpPr>
          <p:cNvPr id="4" name="슬라이드 번호 개체 틀 3">
            <a:extLst>
              <a:ext uri="{FF2B5EF4-FFF2-40B4-BE49-F238E27FC236}">
                <a16:creationId xmlns:a16="http://schemas.microsoft.com/office/drawing/2014/main" id="{F53632C4-B2F5-15E4-A718-191247645C75}"/>
              </a:ext>
            </a:extLst>
          </p:cNvPr>
          <p:cNvSpPr>
            <a:spLocks noGrp="1"/>
          </p:cNvSpPr>
          <p:nvPr>
            <p:ph type="sldNum" sz="quarter" idx="10"/>
          </p:nvPr>
        </p:nvSpPr>
        <p:spPr/>
        <p:txBody>
          <a:bodyPr/>
          <a:lstStyle/>
          <a:p>
            <a:fld id="{0662DF40-CD95-4196-B16C-EF23877BEF64}" type="slidenum">
              <a:rPr lang="en-US" altLang="ko-KR" smtClean="0"/>
              <a:pPr/>
              <a:t>37</a:t>
            </a:fld>
            <a:endParaRPr lang="en-US" altLang="ko-KR"/>
          </a:p>
        </p:txBody>
      </p:sp>
      <p:graphicFrame>
        <p:nvGraphicFramePr>
          <p:cNvPr id="5" name="표 5">
            <a:extLst>
              <a:ext uri="{FF2B5EF4-FFF2-40B4-BE49-F238E27FC236}">
                <a16:creationId xmlns:a16="http://schemas.microsoft.com/office/drawing/2014/main" id="{670AD941-EB44-2560-A0A8-A4D13A8B794D}"/>
              </a:ext>
            </a:extLst>
          </p:cNvPr>
          <p:cNvGraphicFramePr>
            <a:graphicFrameLocks noGrp="1"/>
          </p:cNvGraphicFramePr>
          <p:nvPr>
            <p:extLst>
              <p:ext uri="{D42A27DB-BD31-4B8C-83A1-F6EECF244321}">
                <p14:modId xmlns:p14="http://schemas.microsoft.com/office/powerpoint/2010/main" val="1116055066"/>
              </p:ext>
            </p:extLst>
          </p:nvPr>
        </p:nvGraphicFramePr>
        <p:xfrm>
          <a:off x="107950" y="1628800"/>
          <a:ext cx="8928099" cy="4341268"/>
        </p:xfrm>
        <a:graphic>
          <a:graphicData uri="http://schemas.openxmlformats.org/drawingml/2006/table">
            <a:tbl>
              <a:tblPr firstRow="1" bandRow="1">
                <a:tableStyleId>{5C22544A-7EE6-4342-B048-85BDC9FD1C3A}</a:tableStyleId>
              </a:tblPr>
              <a:tblGrid>
                <a:gridCol w="2519834">
                  <a:extLst>
                    <a:ext uri="{9D8B030D-6E8A-4147-A177-3AD203B41FA5}">
                      <a16:colId xmlns:a16="http://schemas.microsoft.com/office/drawing/2014/main" val="1542221480"/>
                    </a:ext>
                  </a:extLst>
                </a:gridCol>
                <a:gridCol w="2160240">
                  <a:extLst>
                    <a:ext uri="{9D8B030D-6E8A-4147-A177-3AD203B41FA5}">
                      <a16:colId xmlns:a16="http://schemas.microsoft.com/office/drawing/2014/main" val="3692679926"/>
                    </a:ext>
                  </a:extLst>
                </a:gridCol>
                <a:gridCol w="1800200">
                  <a:extLst>
                    <a:ext uri="{9D8B030D-6E8A-4147-A177-3AD203B41FA5}">
                      <a16:colId xmlns:a16="http://schemas.microsoft.com/office/drawing/2014/main" val="1893711446"/>
                    </a:ext>
                  </a:extLst>
                </a:gridCol>
                <a:gridCol w="2447825">
                  <a:extLst>
                    <a:ext uri="{9D8B030D-6E8A-4147-A177-3AD203B41FA5}">
                      <a16:colId xmlns:a16="http://schemas.microsoft.com/office/drawing/2014/main" val="2196734869"/>
                    </a:ext>
                  </a:extLst>
                </a:gridCol>
              </a:tblGrid>
              <a:tr h="212723">
                <a:tc>
                  <a:txBody>
                    <a:bodyPr/>
                    <a:lstStyle/>
                    <a:p>
                      <a:pPr algn="ct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함수</a:t>
                      </a: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기능</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반환형</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파라미터</a:t>
                      </a: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04433512"/>
                  </a:ext>
                </a:extLst>
              </a:tr>
              <a:tr h="523680">
                <a:tc>
                  <a:txBody>
                    <a:bodyPr/>
                    <a:lstStyle/>
                    <a:p>
                      <a:pPr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cv2.VideoCapture(</a:t>
                      </a:r>
                      <a:r>
                        <a:rPr lang="en-US" altLang="ko-KR" sz="1400" i="1" dirty="0">
                          <a:solidFill>
                            <a:schemeClr val="tx1">
                              <a:lumMod val="65000"/>
                              <a:lumOff val="35000"/>
                            </a:schemeClr>
                          </a:solidFill>
                          <a:latin typeface="맑은 고딕" panose="020B0503020000020004" pitchFamily="50" charset="-127"/>
                          <a:ea typeface="맑은 고딕" panose="020B0503020000020004" pitchFamily="50" charset="-127"/>
                        </a:rPr>
                        <a:t>device</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동영상</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불러옴</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a:txBody>
                    <a:bodyPr/>
                    <a:lstStyle/>
                    <a:p>
                      <a:pPr algn="l" latinLnBrk="1"/>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VideoCapture</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객체</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r>
                        <a:rPr lang="en-US" altLang="ko-KR" sz="1400">
                          <a:solidFill>
                            <a:schemeClr val="tx1">
                              <a:lumMod val="65000"/>
                              <a:lumOff val="35000"/>
                            </a:schemeClr>
                          </a:solidFill>
                          <a:latin typeface="맑은 고딕" panose="020B0503020000020004" pitchFamily="50" charset="-127"/>
                          <a:ea typeface="맑은 고딕" panose="020B0503020000020004" pitchFamily="50" charset="-127"/>
                        </a:rPr>
                        <a:t>device </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카메라</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장치</a:t>
                      </a:r>
                      <a:endPar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endParaRPr>
                    </a:p>
                    <a:p>
                      <a:pPr marL="0" indent="0" latinLnBrk="1">
                        <a:buFontTx/>
                        <a:buNone/>
                      </a:pPr>
                      <a:r>
                        <a:rPr lang="en-US" altLang="ko-KR" sz="1200" dirty="0">
                          <a:solidFill>
                            <a:srgbClr val="0070C0"/>
                          </a:solidFill>
                          <a:latin typeface="맑은 고딕" panose="020B0503020000020004" pitchFamily="50" charset="-127"/>
                          <a:ea typeface="맑은 고딕" panose="020B0503020000020004" pitchFamily="50" charset="-127"/>
                        </a:rPr>
                        <a:t>- 0 : </a:t>
                      </a:r>
                      <a:r>
                        <a:rPr lang="ko-KR" altLang="en-US" sz="1200" dirty="0">
                          <a:solidFill>
                            <a:srgbClr val="0070C0"/>
                          </a:solidFill>
                          <a:latin typeface="맑은 고딕" panose="020B0503020000020004" pitchFamily="50" charset="-127"/>
                          <a:ea typeface="맑은 고딕" panose="020B0503020000020004" pitchFamily="50" charset="-127"/>
                        </a:rPr>
                        <a:t>첫번째 카메라</a:t>
                      </a:r>
                      <a:endParaRPr lang="en-US" altLang="ko-KR" sz="1200" dirty="0">
                        <a:solidFill>
                          <a:srgbClr val="0070C0"/>
                        </a:solidFill>
                        <a:latin typeface="맑은 고딕" panose="020B0503020000020004" pitchFamily="50" charset="-127"/>
                        <a:ea typeface="맑은 고딕" panose="020B0503020000020004" pitchFamily="50" charset="-127"/>
                      </a:endParaRPr>
                    </a:p>
                    <a:p>
                      <a:pPr marL="0" indent="0" latinLnBrk="1">
                        <a:buFontTx/>
                        <a:buNone/>
                      </a:pPr>
                      <a:r>
                        <a:rPr lang="en-US" altLang="ko-KR" sz="1200" dirty="0">
                          <a:solidFill>
                            <a:srgbClr val="0070C0"/>
                          </a:solidFill>
                          <a:latin typeface="맑은 고딕" panose="020B0503020000020004" pitchFamily="50" charset="-127"/>
                          <a:ea typeface="맑은 고딕" panose="020B0503020000020004" pitchFamily="50" charset="-127"/>
                        </a:rPr>
                        <a:t>- 1 : </a:t>
                      </a:r>
                      <a:r>
                        <a:rPr lang="ko-KR" altLang="en-US" sz="1200" dirty="0">
                          <a:solidFill>
                            <a:srgbClr val="0070C0"/>
                          </a:solidFill>
                          <a:latin typeface="맑은 고딕" panose="020B0503020000020004" pitchFamily="50" charset="-127"/>
                          <a:ea typeface="맑은 고딕" panose="020B0503020000020004" pitchFamily="50" charset="-127"/>
                        </a:rPr>
                        <a:t>두번째 카메라</a:t>
                      </a:r>
                      <a:endParaRPr lang="ko-KR" altLang="en-US" sz="1100" dirty="0">
                        <a:solidFill>
                          <a:srgbClr val="0070C0"/>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76873054"/>
                  </a:ext>
                </a:extLst>
              </a:tr>
              <a:tr h="52368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cv2.VideoCapture(</a:t>
                      </a:r>
                      <a:r>
                        <a:rPr lang="en-US" altLang="ko-KR" sz="1400" i="1" dirty="0">
                          <a:solidFill>
                            <a:schemeClr val="tx1">
                              <a:lumMod val="65000"/>
                              <a:lumOff val="35000"/>
                            </a:schemeClr>
                          </a:solidFill>
                          <a:latin typeface="맑은 고딕" panose="020B0503020000020004" pitchFamily="50" charset="-127"/>
                          <a:ea typeface="맑은 고딕" panose="020B0503020000020004" pitchFamily="50" charset="-127"/>
                        </a:rPr>
                        <a:t>filename</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latinLnBrk="1"/>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latinLnBrk="1"/>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latinLnBrk="1">
                        <a:buFontTx/>
                        <a:buNone/>
                      </a:pP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filename :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동영상 파일명</a:t>
                      </a: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18770594"/>
                  </a:ext>
                </a:extLst>
              </a:tr>
              <a:tr h="24936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cv2.VideoCapture.isOpened()</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동영상</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파일이 정상적으로 </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open</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되었는지 확인</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1"/>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retval</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성공여부</a:t>
                      </a:r>
                      <a:endPar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598993"/>
                  </a:ext>
                </a:extLst>
              </a:tr>
              <a:tr h="24936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cv2.VideoCapture.read()</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latinLnBrk="1"/>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VideoCapture</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객체에서 다음 프레임을 반환</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algn="l" latinLnBrk="1"/>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retval</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성공여부</a:t>
                      </a:r>
                      <a:endPar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endParaRP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img</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해당 프레임</a:t>
                      </a:r>
                      <a:endPar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algn="ctr"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4858885"/>
                  </a:ext>
                </a:extLst>
              </a:tr>
              <a:tr h="37177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cv2.VideoCapture.grab()</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latinLnBrk="1"/>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latinLnBrk="1"/>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time :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입력대기</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시간</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단위</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ms</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0</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sym typeface="Wingdings" panose="05000000000000000000" pitchFamily="2" charset="2"/>
                        </a:rPr>
                        <a:t></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sym typeface="Wingdings" panose="05000000000000000000" pitchFamily="2" charset="2"/>
                        </a:rPr>
                        <a:t>무한 대기</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sym typeface="Wingdings" panose="05000000000000000000" pitchFamily="2" charset="2"/>
                        </a:rPr>
                        <a:t>)</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43010014"/>
                  </a:ext>
                </a:extLst>
              </a:tr>
              <a:tr h="37177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400">
                          <a:solidFill>
                            <a:schemeClr val="tx1">
                              <a:lumMod val="65000"/>
                              <a:lumOff val="35000"/>
                            </a:schemeClr>
                          </a:solidFill>
                          <a:latin typeface="맑은 고딕" panose="020B0503020000020004" pitchFamily="50" charset="-127"/>
                          <a:ea typeface="맑은 고딕" panose="020B0503020000020004" pitchFamily="50" charset="-127"/>
                        </a:rPr>
                        <a:t>cv2.</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VideoCapture.retrieve(</a:t>
                      </a:r>
                      <a:r>
                        <a:rPr lang="en-US" altLang="ko-KR" sz="1400" i="1" dirty="0" err="1">
                          <a:solidFill>
                            <a:schemeClr val="tx1">
                              <a:lumMod val="65000"/>
                              <a:lumOff val="35000"/>
                            </a:schemeClr>
                          </a:solidFill>
                          <a:latin typeface="맑은 고딕" panose="020B0503020000020004" pitchFamily="50" charset="-127"/>
                          <a:ea typeface="맑은 고딕" panose="020B0503020000020004" pitchFamily="50" charset="-127"/>
                        </a:rPr>
                        <a:t>img</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latinLnBrk="1"/>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8423204"/>
                  </a:ext>
                </a:extLst>
              </a:tr>
              <a:tr h="37177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400">
                          <a:solidFill>
                            <a:schemeClr val="tx1">
                              <a:lumMod val="65000"/>
                              <a:lumOff val="35000"/>
                            </a:schemeClr>
                          </a:solidFill>
                          <a:latin typeface="맑은 고딕" panose="020B0503020000020004" pitchFamily="50" charset="-127"/>
                          <a:ea typeface="맑은 고딕" panose="020B0503020000020004" pitchFamily="50" charset="-127"/>
                        </a:rPr>
                        <a:t>cv2.</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VideoCapture.release()</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VideoCapture</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객체 해제</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6634499"/>
                  </a:ext>
                </a:extLst>
              </a:tr>
              <a:tr h="35604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400">
                          <a:solidFill>
                            <a:schemeClr val="tx1">
                              <a:lumMod val="65000"/>
                              <a:lumOff val="35000"/>
                            </a:schemeClr>
                          </a:solidFill>
                          <a:latin typeface="맑은 고딕" panose="020B0503020000020004" pitchFamily="50" charset="-127"/>
                          <a:ea typeface="맑은 고딕" panose="020B0503020000020004" pitchFamily="50" charset="-127"/>
                        </a:rPr>
                        <a:t>cv2.</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VideoCapture.get(</a:t>
                      </a:r>
                      <a:r>
                        <a:rPr lang="en-US" altLang="ko-KR" sz="1400" i="1" dirty="0" err="1">
                          <a:solidFill>
                            <a:schemeClr val="tx1">
                              <a:lumMod val="65000"/>
                              <a:lumOff val="35000"/>
                            </a:schemeClr>
                          </a:solidFill>
                          <a:latin typeface="맑은 고딕" panose="020B0503020000020004" pitchFamily="50" charset="-127"/>
                          <a:ea typeface="맑은 고딕" panose="020B0503020000020004" pitchFamily="50" charset="-127"/>
                        </a:rPr>
                        <a:t>propId</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영상의</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속성 리턴</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retval</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속성값</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propId</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속성</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이름</a:t>
                      </a: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94087566"/>
                  </a:ext>
                </a:extLst>
              </a:tr>
              <a:tr h="24936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cv2.VideoCapture.set(</a:t>
                      </a:r>
                      <a:r>
                        <a:rPr lang="en-US" altLang="ko-KR" sz="1400" i="1" dirty="0" err="1">
                          <a:solidFill>
                            <a:schemeClr val="tx1">
                              <a:lumMod val="65000"/>
                              <a:lumOff val="35000"/>
                            </a:schemeClr>
                          </a:solidFill>
                          <a:latin typeface="맑은 고딕" panose="020B0503020000020004" pitchFamily="50" charset="-127"/>
                          <a:ea typeface="맑은 고딕" panose="020B0503020000020004" pitchFamily="50" charset="-127"/>
                        </a:rPr>
                        <a:t>propId</a:t>
                      </a:r>
                      <a:r>
                        <a:rPr lang="en-US" altLang="ko-KR" sz="1400" i="1" dirty="0">
                          <a:solidFill>
                            <a:schemeClr val="tx1">
                              <a:lumMod val="65000"/>
                              <a:lumOff val="35000"/>
                            </a:schemeClr>
                          </a:solidFill>
                          <a:latin typeface="맑은 고딕" panose="020B0503020000020004" pitchFamily="50" charset="-127"/>
                          <a:ea typeface="맑은 고딕" panose="020B0503020000020004" pitchFamily="50" charset="-127"/>
                        </a:rPr>
                        <a:t>, value</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영상의 속성 설정</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retval</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 성공여부</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propId</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속성</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이름</a:t>
                      </a:r>
                    </a:p>
                    <a:p>
                      <a:pPr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value: </a:t>
                      </a:r>
                      <a:r>
                        <a:rPr lang="ko-KR" altLang="en-US" sz="1400" dirty="0" err="1">
                          <a:solidFill>
                            <a:schemeClr val="tx1">
                              <a:lumMod val="65000"/>
                              <a:lumOff val="35000"/>
                            </a:schemeClr>
                          </a:solidFill>
                          <a:latin typeface="맑은 고딕" panose="020B0503020000020004" pitchFamily="50" charset="-127"/>
                          <a:ea typeface="맑은 고딕" panose="020B0503020000020004" pitchFamily="50" charset="-127"/>
                        </a:rPr>
                        <a:t>설정값</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28229101"/>
                  </a:ext>
                </a:extLst>
              </a:tr>
            </a:tbl>
          </a:graphicData>
        </a:graphic>
      </p:graphicFrame>
    </p:spTree>
    <p:extLst>
      <p:ext uri="{BB962C8B-B14F-4D97-AF65-F5344CB8AC3E}">
        <p14:creationId xmlns:p14="http://schemas.microsoft.com/office/powerpoint/2010/main" val="667135496"/>
      </p:ext>
    </p:extLst>
  </p:cSld>
  <p:clrMapOvr>
    <a:masterClrMapping/>
  </p:clrMapOvr>
  <p:transition>
    <p:diamond/>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037208F-980E-3549-D20A-9E50C9F9C6CD}"/>
              </a:ext>
            </a:extLst>
          </p:cNvPr>
          <p:cNvSpPr>
            <a:spLocks noGrp="1"/>
          </p:cNvSpPr>
          <p:nvPr>
            <p:ph type="title"/>
          </p:nvPr>
        </p:nvSpPr>
        <p:spPr/>
        <p:txBody>
          <a:bodyPr/>
          <a:lstStyle/>
          <a:p>
            <a:r>
              <a:rPr lang="en-US" altLang="ko-KR" dirty="0"/>
              <a:t>OpenCV </a:t>
            </a:r>
            <a:r>
              <a:rPr lang="ko-KR" altLang="en-US" dirty="0"/>
              <a:t>동영상 관련 속성</a:t>
            </a:r>
          </a:p>
        </p:txBody>
      </p:sp>
      <p:sp>
        <p:nvSpPr>
          <p:cNvPr id="4" name="슬라이드 번호 개체 틀 3">
            <a:extLst>
              <a:ext uri="{FF2B5EF4-FFF2-40B4-BE49-F238E27FC236}">
                <a16:creationId xmlns:a16="http://schemas.microsoft.com/office/drawing/2014/main" id="{F53632C4-B2F5-15E4-A718-191247645C75}"/>
              </a:ext>
            </a:extLst>
          </p:cNvPr>
          <p:cNvSpPr>
            <a:spLocks noGrp="1"/>
          </p:cNvSpPr>
          <p:nvPr>
            <p:ph type="sldNum" sz="quarter" idx="10"/>
          </p:nvPr>
        </p:nvSpPr>
        <p:spPr/>
        <p:txBody>
          <a:bodyPr/>
          <a:lstStyle/>
          <a:p>
            <a:fld id="{0662DF40-CD95-4196-B16C-EF23877BEF64}" type="slidenum">
              <a:rPr lang="en-US" altLang="ko-KR" smtClean="0"/>
              <a:pPr/>
              <a:t>38</a:t>
            </a:fld>
            <a:endParaRPr lang="en-US" altLang="ko-KR"/>
          </a:p>
        </p:txBody>
      </p:sp>
      <p:pic>
        <p:nvPicPr>
          <p:cNvPr id="6" name="그림 5">
            <a:extLst>
              <a:ext uri="{FF2B5EF4-FFF2-40B4-BE49-F238E27FC236}">
                <a16:creationId xmlns:a16="http://schemas.microsoft.com/office/drawing/2014/main" id="{FBCB8564-2316-E5E3-99A5-D30C3A34375B}"/>
              </a:ext>
            </a:extLst>
          </p:cNvPr>
          <p:cNvPicPr>
            <a:picLocks noChangeAspect="1"/>
          </p:cNvPicPr>
          <p:nvPr/>
        </p:nvPicPr>
        <p:blipFill>
          <a:blip r:embed="rId2"/>
          <a:stretch>
            <a:fillRect/>
          </a:stretch>
        </p:blipFill>
        <p:spPr>
          <a:xfrm>
            <a:off x="881524" y="988710"/>
            <a:ext cx="7380952" cy="5476190"/>
          </a:xfrm>
          <a:prstGeom prst="rect">
            <a:avLst/>
          </a:prstGeom>
        </p:spPr>
      </p:pic>
    </p:spTree>
    <p:extLst>
      <p:ext uri="{BB962C8B-B14F-4D97-AF65-F5344CB8AC3E}">
        <p14:creationId xmlns:p14="http://schemas.microsoft.com/office/powerpoint/2010/main" val="3407415799"/>
      </p:ext>
    </p:extLst>
  </p:cSld>
  <p:clrMapOvr>
    <a:masterClrMapping/>
  </p:clrMapOvr>
  <p:transition>
    <p:diamond/>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037208F-980E-3549-D20A-9E50C9F9C6CD}"/>
              </a:ext>
            </a:extLst>
          </p:cNvPr>
          <p:cNvSpPr>
            <a:spLocks noGrp="1"/>
          </p:cNvSpPr>
          <p:nvPr>
            <p:ph type="title"/>
          </p:nvPr>
        </p:nvSpPr>
        <p:spPr/>
        <p:txBody>
          <a:bodyPr/>
          <a:lstStyle/>
          <a:p>
            <a:r>
              <a:rPr lang="en-US" altLang="ko-KR" dirty="0"/>
              <a:t>OpenCV </a:t>
            </a:r>
            <a:r>
              <a:rPr lang="ko-KR" altLang="en-US" dirty="0"/>
              <a:t>동영상처리 함수</a:t>
            </a:r>
          </a:p>
        </p:txBody>
      </p:sp>
      <p:sp>
        <p:nvSpPr>
          <p:cNvPr id="3" name="내용 개체 틀 2">
            <a:extLst>
              <a:ext uri="{FF2B5EF4-FFF2-40B4-BE49-F238E27FC236}">
                <a16:creationId xmlns:a16="http://schemas.microsoft.com/office/drawing/2014/main" id="{A05E364F-0F5E-E516-8ED3-C92E6C99F4F4}"/>
              </a:ext>
            </a:extLst>
          </p:cNvPr>
          <p:cNvSpPr>
            <a:spLocks noGrp="1"/>
          </p:cNvSpPr>
          <p:nvPr>
            <p:ph idx="1"/>
          </p:nvPr>
        </p:nvSpPr>
        <p:spPr/>
        <p:txBody>
          <a:bodyPr/>
          <a:lstStyle/>
          <a:p>
            <a:r>
              <a:rPr lang="ko-KR" altLang="en-US" dirty="0"/>
              <a:t>동영상 저장</a:t>
            </a:r>
          </a:p>
        </p:txBody>
      </p:sp>
      <p:sp>
        <p:nvSpPr>
          <p:cNvPr id="4" name="슬라이드 번호 개체 틀 3">
            <a:extLst>
              <a:ext uri="{FF2B5EF4-FFF2-40B4-BE49-F238E27FC236}">
                <a16:creationId xmlns:a16="http://schemas.microsoft.com/office/drawing/2014/main" id="{F53632C4-B2F5-15E4-A718-191247645C75}"/>
              </a:ext>
            </a:extLst>
          </p:cNvPr>
          <p:cNvSpPr>
            <a:spLocks noGrp="1"/>
          </p:cNvSpPr>
          <p:nvPr>
            <p:ph type="sldNum" sz="quarter" idx="10"/>
          </p:nvPr>
        </p:nvSpPr>
        <p:spPr/>
        <p:txBody>
          <a:bodyPr/>
          <a:lstStyle/>
          <a:p>
            <a:fld id="{0662DF40-CD95-4196-B16C-EF23877BEF64}" type="slidenum">
              <a:rPr lang="en-US" altLang="ko-KR" smtClean="0"/>
              <a:pPr/>
              <a:t>39</a:t>
            </a:fld>
            <a:endParaRPr lang="en-US" altLang="ko-KR"/>
          </a:p>
        </p:txBody>
      </p:sp>
      <p:graphicFrame>
        <p:nvGraphicFramePr>
          <p:cNvPr id="5" name="표 5">
            <a:extLst>
              <a:ext uri="{FF2B5EF4-FFF2-40B4-BE49-F238E27FC236}">
                <a16:creationId xmlns:a16="http://schemas.microsoft.com/office/drawing/2014/main" id="{670AD941-EB44-2560-A0A8-A4D13A8B794D}"/>
              </a:ext>
            </a:extLst>
          </p:cNvPr>
          <p:cNvGraphicFramePr>
            <a:graphicFrameLocks noGrp="1"/>
          </p:cNvGraphicFramePr>
          <p:nvPr>
            <p:extLst>
              <p:ext uri="{D42A27DB-BD31-4B8C-83A1-F6EECF244321}">
                <p14:modId xmlns:p14="http://schemas.microsoft.com/office/powerpoint/2010/main" val="3131230576"/>
              </p:ext>
            </p:extLst>
          </p:nvPr>
        </p:nvGraphicFramePr>
        <p:xfrm>
          <a:off x="107950" y="1628800"/>
          <a:ext cx="8928099" cy="3595064"/>
        </p:xfrm>
        <a:graphic>
          <a:graphicData uri="http://schemas.openxmlformats.org/drawingml/2006/table">
            <a:tbl>
              <a:tblPr firstRow="1" bandRow="1">
                <a:tableStyleId>{5C22544A-7EE6-4342-B048-85BDC9FD1C3A}</a:tableStyleId>
              </a:tblPr>
              <a:tblGrid>
                <a:gridCol w="2375818">
                  <a:extLst>
                    <a:ext uri="{9D8B030D-6E8A-4147-A177-3AD203B41FA5}">
                      <a16:colId xmlns:a16="http://schemas.microsoft.com/office/drawing/2014/main" val="1542221480"/>
                    </a:ext>
                  </a:extLst>
                </a:gridCol>
                <a:gridCol w="1944216">
                  <a:extLst>
                    <a:ext uri="{9D8B030D-6E8A-4147-A177-3AD203B41FA5}">
                      <a16:colId xmlns:a16="http://schemas.microsoft.com/office/drawing/2014/main" val="3692679926"/>
                    </a:ext>
                  </a:extLst>
                </a:gridCol>
                <a:gridCol w="1440160">
                  <a:extLst>
                    <a:ext uri="{9D8B030D-6E8A-4147-A177-3AD203B41FA5}">
                      <a16:colId xmlns:a16="http://schemas.microsoft.com/office/drawing/2014/main" val="1893711446"/>
                    </a:ext>
                  </a:extLst>
                </a:gridCol>
                <a:gridCol w="3167905">
                  <a:extLst>
                    <a:ext uri="{9D8B030D-6E8A-4147-A177-3AD203B41FA5}">
                      <a16:colId xmlns:a16="http://schemas.microsoft.com/office/drawing/2014/main" val="2196734869"/>
                    </a:ext>
                  </a:extLst>
                </a:gridCol>
              </a:tblGrid>
              <a:tr h="212723">
                <a:tc>
                  <a:txBody>
                    <a:bodyPr/>
                    <a:lstStyle/>
                    <a:p>
                      <a:pPr algn="ct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함수</a:t>
                      </a: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기능</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반환형</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파라미터</a:t>
                      </a: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04433512"/>
                  </a:ext>
                </a:extLst>
              </a:tr>
              <a:tr h="587400">
                <a:tc>
                  <a:txBody>
                    <a:bodyPr/>
                    <a:lstStyle/>
                    <a:p>
                      <a:pPr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cv2.VideoWriter([</a:t>
                      </a:r>
                      <a:r>
                        <a:rPr lang="en-US" altLang="ko-KR" sz="1400" i="1" dirty="0">
                          <a:solidFill>
                            <a:schemeClr val="tx1">
                              <a:lumMod val="65000"/>
                              <a:lumOff val="35000"/>
                            </a:schemeClr>
                          </a:solidFill>
                          <a:latin typeface="맑은 고딕" panose="020B0503020000020004" pitchFamily="50" charset="-127"/>
                          <a:ea typeface="맑은 고딕" panose="020B0503020000020004" pitchFamily="50" charset="-127"/>
                        </a:rPr>
                        <a:t>filename, </a:t>
                      </a:r>
                      <a:r>
                        <a:rPr lang="en-US" altLang="ko-KR" sz="1400" i="1" dirty="0" err="1">
                          <a:solidFill>
                            <a:schemeClr val="tx1">
                              <a:lumMod val="65000"/>
                              <a:lumOff val="35000"/>
                            </a:schemeClr>
                          </a:solidFill>
                          <a:latin typeface="맑은 고딕" panose="020B0503020000020004" pitchFamily="50" charset="-127"/>
                          <a:ea typeface="맑은 고딕" panose="020B0503020000020004" pitchFamily="50" charset="-127"/>
                        </a:rPr>
                        <a:t>fourcc</a:t>
                      </a:r>
                      <a:r>
                        <a:rPr lang="en-US" altLang="ko-KR" sz="1400" i="1" dirty="0">
                          <a:solidFill>
                            <a:schemeClr val="tx1">
                              <a:lumMod val="65000"/>
                              <a:lumOff val="35000"/>
                            </a:schemeClr>
                          </a:solidFill>
                          <a:latin typeface="맑은 고딕" panose="020B0503020000020004" pitchFamily="50" charset="-127"/>
                          <a:ea typeface="맑은 고딕" panose="020B0503020000020004" pitchFamily="50" charset="-127"/>
                        </a:rPr>
                        <a:t>, fps, </a:t>
                      </a:r>
                      <a:r>
                        <a:rPr lang="en-US" altLang="ko-KR" sz="1400" i="1" dirty="0" err="1">
                          <a:solidFill>
                            <a:schemeClr val="tx1">
                              <a:lumMod val="65000"/>
                              <a:lumOff val="35000"/>
                            </a:schemeClr>
                          </a:solidFill>
                          <a:latin typeface="맑은 고딕" panose="020B0503020000020004" pitchFamily="50" charset="-127"/>
                          <a:ea typeface="맑은 고딕" panose="020B0503020000020004" pitchFamily="50" charset="-127"/>
                        </a:rPr>
                        <a:t>frameSize</a:t>
                      </a:r>
                      <a:r>
                        <a:rPr lang="en-US" altLang="ko-KR" sz="1400" i="0" dirty="0">
                          <a:solidFill>
                            <a:schemeClr val="tx1">
                              <a:lumMod val="65000"/>
                              <a:lumOff val="35000"/>
                            </a:schemeClr>
                          </a:solidFill>
                          <a:latin typeface="맑은 고딕" panose="020B0503020000020004" pitchFamily="50" charset="-127"/>
                          <a:ea typeface="맑은 고딕" panose="020B0503020000020004" pitchFamily="50" charset="-127"/>
                        </a:rPr>
                        <a:t>[, </a:t>
                      </a:r>
                      <a:r>
                        <a:rPr lang="en-US" altLang="ko-KR" sz="1400" i="1" dirty="0" err="1">
                          <a:solidFill>
                            <a:schemeClr val="tx1">
                              <a:lumMod val="65000"/>
                              <a:lumOff val="35000"/>
                            </a:schemeClr>
                          </a:solidFill>
                          <a:latin typeface="맑은 고딕" panose="020B0503020000020004" pitchFamily="50" charset="-127"/>
                          <a:ea typeface="맑은 고딕" panose="020B0503020000020004" pitchFamily="50" charset="-127"/>
                        </a:rPr>
                        <a:t>isColor</a:t>
                      </a:r>
                      <a:r>
                        <a:rPr lang="en-US" altLang="ko-KR" sz="1400" i="0" dirty="0">
                          <a:solidFill>
                            <a:schemeClr val="tx1">
                              <a:lumMod val="65000"/>
                              <a:lumOff val="35000"/>
                            </a:schemeClr>
                          </a:solidFill>
                          <a:latin typeface="맑은 고딕" panose="020B0503020000020004" pitchFamily="50" charset="-127"/>
                          <a:ea typeface="맑은 고딕" panose="020B0503020000020004" pitchFamily="50" charset="-127"/>
                        </a:rPr>
                        <a:t>]])</a:t>
                      </a: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동영상</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저장을 위한 객체 생성</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VideoWriter</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객체</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filename :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저장할 동영상 파일명</a:t>
                      </a:r>
                      <a:endPar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endParaRPr>
                    </a:p>
                    <a:p>
                      <a:pPr latinLnBrk="1"/>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fourcc</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 Frame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압축 관련 </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4</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자리 코드</a:t>
                      </a:r>
                      <a:endPar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endParaRPr>
                    </a:p>
                    <a:p>
                      <a:pPr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fps :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초당</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프레임 수</a:t>
                      </a:r>
                      <a:endPar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endParaRPr>
                    </a:p>
                    <a:p>
                      <a:pPr latinLnBrk="1"/>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frameSize</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프레임의</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크기</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가로</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세로</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p>
                    <a:p>
                      <a:pPr latinLnBrk="1"/>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isColor</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컬러 영상 저장 여부</a:t>
                      </a:r>
                      <a:endPar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76873054"/>
                  </a:ext>
                </a:extLst>
              </a:tr>
              <a:tr h="146850">
                <a:tc>
                  <a:txBody>
                    <a:bodyPr/>
                    <a:lstStyle/>
                    <a:p>
                      <a:pPr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cv2.VideoWriter.open(</a:t>
                      </a:r>
                      <a:r>
                        <a:rPr lang="en-US" altLang="ko-KR" sz="1400" i="1" dirty="0">
                          <a:solidFill>
                            <a:schemeClr val="tx1">
                              <a:lumMod val="65000"/>
                              <a:lumOff val="35000"/>
                            </a:schemeClr>
                          </a:solidFill>
                          <a:latin typeface="맑은 고딕" panose="020B0503020000020004" pitchFamily="50" charset="-127"/>
                          <a:ea typeface="맑은 고딕" panose="020B0503020000020004" pitchFamily="50" charset="-127"/>
                        </a:rPr>
                        <a:t>filename, </a:t>
                      </a:r>
                      <a:r>
                        <a:rPr lang="en-US" altLang="ko-KR" sz="1400" i="1" dirty="0" err="1">
                          <a:solidFill>
                            <a:schemeClr val="tx1">
                              <a:lumMod val="65000"/>
                              <a:lumOff val="35000"/>
                            </a:schemeClr>
                          </a:solidFill>
                          <a:latin typeface="맑은 고딕" panose="020B0503020000020004" pitchFamily="50" charset="-127"/>
                          <a:ea typeface="맑은 고딕" panose="020B0503020000020004" pitchFamily="50" charset="-127"/>
                        </a:rPr>
                        <a:t>fourcc</a:t>
                      </a:r>
                      <a:r>
                        <a:rPr lang="en-US" altLang="ko-KR" sz="1400" i="1" dirty="0">
                          <a:solidFill>
                            <a:schemeClr val="tx1">
                              <a:lumMod val="65000"/>
                              <a:lumOff val="35000"/>
                            </a:schemeClr>
                          </a:solidFill>
                          <a:latin typeface="맑은 고딕" panose="020B0503020000020004" pitchFamily="50" charset="-127"/>
                          <a:ea typeface="맑은 고딕" panose="020B0503020000020004" pitchFamily="50" charset="-127"/>
                        </a:rPr>
                        <a:t>, fps, </a:t>
                      </a:r>
                      <a:r>
                        <a:rPr lang="en-US" altLang="ko-KR" sz="1400" i="1" dirty="0" err="1">
                          <a:solidFill>
                            <a:schemeClr val="tx1">
                              <a:lumMod val="65000"/>
                              <a:lumOff val="35000"/>
                            </a:schemeClr>
                          </a:solidFill>
                          <a:latin typeface="맑은 고딕" panose="020B0503020000020004" pitchFamily="50" charset="-127"/>
                          <a:ea typeface="맑은 고딕" panose="020B0503020000020004" pitchFamily="50" charset="-127"/>
                        </a:rPr>
                        <a:t>frameSize</a:t>
                      </a:r>
                      <a:r>
                        <a:rPr lang="en-US" altLang="ko-KR" sz="1400" i="0" dirty="0">
                          <a:solidFill>
                            <a:schemeClr val="tx1">
                              <a:lumMod val="65000"/>
                              <a:lumOff val="35000"/>
                            </a:schemeClr>
                          </a:solidFill>
                          <a:latin typeface="맑은 고딕" panose="020B0503020000020004" pitchFamily="50" charset="-127"/>
                          <a:ea typeface="맑은 고딕" panose="020B0503020000020004" pitchFamily="50" charset="-127"/>
                        </a:rPr>
                        <a:t>[, </a:t>
                      </a:r>
                      <a:r>
                        <a:rPr lang="en-US" altLang="ko-KR" sz="1400" i="1" dirty="0" err="1">
                          <a:solidFill>
                            <a:schemeClr val="tx1">
                              <a:lumMod val="65000"/>
                              <a:lumOff val="35000"/>
                            </a:schemeClr>
                          </a:solidFill>
                          <a:latin typeface="맑은 고딕" panose="020B0503020000020004" pitchFamily="50" charset="-127"/>
                          <a:ea typeface="맑은 고딕" panose="020B0503020000020004" pitchFamily="50" charset="-127"/>
                        </a:rPr>
                        <a:t>isColor</a:t>
                      </a:r>
                      <a:r>
                        <a:rPr lang="en-US" altLang="ko-KR" sz="1400" i="0" dirty="0">
                          <a:solidFill>
                            <a:schemeClr val="tx1">
                              <a:lumMod val="65000"/>
                              <a:lumOff val="35000"/>
                            </a:schemeClr>
                          </a:solidFill>
                          <a:latin typeface="맑은 고딕" panose="020B0503020000020004" pitchFamily="50" charset="-127"/>
                          <a:ea typeface="맑은 고딕" panose="020B0503020000020004" pitchFamily="50" charset="-127"/>
                        </a:rPr>
                        <a:t>])</a:t>
                      </a:r>
                      <a:endParaRPr lang="ko-KR" altLang="en-US" sz="1400" dirty="0">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VideoWriter</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객체 초기화 혹은 재초기화</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retval</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400" dirty="0">
                          <a:latin typeface="맑은 고딕" panose="020B0503020000020004" pitchFamily="50" charset="-127"/>
                          <a:ea typeface="맑은 고딕" panose="020B0503020000020004" pitchFamily="50" charset="-127"/>
                        </a:rPr>
                        <a:t>“</a:t>
                      </a:r>
                      <a:endParaRPr lang="ko-KR" altLang="en-US" sz="1400" dirty="0">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79289058"/>
                  </a:ext>
                </a:extLst>
              </a:tr>
              <a:tr h="146850">
                <a:tc>
                  <a:txBody>
                    <a:bodyPr/>
                    <a:lstStyle/>
                    <a:p>
                      <a:pPr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cv2.VideoWriter.isOpened()</a:t>
                      </a:r>
                      <a:endParaRPr lang="ko-KR" altLang="en-US" sz="1400" dirty="0">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VideoWriter</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객체 초기화</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유무</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retval</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400" dirty="0">
                          <a:latin typeface="맑은 고딕" panose="020B0503020000020004" pitchFamily="50" charset="-127"/>
                          <a:ea typeface="맑은 고딕" panose="020B0503020000020004" pitchFamily="50" charset="-127"/>
                        </a:rPr>
                        <a:t>-</a:t>
                      </a:r>
                      <a:endParaRPr lang="ko-KR" altLang="en-US" sz="1400" dirty="0">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79115574"/>
                  </a:ext>
                </a:extLst>
              </a:tr>
              <a:tr h="46138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cv2.VideoWriter.write(</a:t>
                      </a:r>
                      <a:r>
                        <a:rPr lang="en-US" altLang="ko-KR" sz="1400" i="1" dirty="0" err="1">
                          <a:solidFill>
                            <a:schemeClr val="tx1">
                              <a:lumMod val="65000"/>
                              <a:lumOff val="35000"/>
                            </a:schemeClr>
                          </a:solidFill>
                          <a:latin typeface="맑은 고딕" panose="020B0503020000020004" pitchFamily="50" charset="-127"/>
                          <a:ea typeface="맑은 고딕" panose="020B0503020000020004" pitchFamily="50" charset="-127"/>
                        </a:rPr>
                        <a:t>img</a:t>
                      </a:r>
                      <a:r>
                        <a:rPr lang="en-US" altLang="ko-KR" sz="1400" i="0" dirty="0">
                          <a:solidFill>
                            <a:schemeClr val="tx1">
                              <a:lumMod val="65000"/>
                              <a:lumOff val="35000"/>
                            </a:schemeClr>
                          </a:solidFill>
                          <a:latin typeface="맑은 고딕" panose="020B0503020000020004" pitchFamily="50" charset="-127"/>
                          <a:ea typeface="맑은 고딕" panose="020B0503020000020004" pitchFamily="50" charset="-127"/>
                        </a:rPr>
                        <a:t>)</a:t>
                      </a:r>
                      <a:endParaRPr lang="ko-KR" altLang="en-US" sz="1400" dirty="0">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프레임</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기록</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a:t>
                      </a:r>
                      <a:endPar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endParaRP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r>
                        <a:rPr lang="en-US" altLang="ko-KR" sz="1400" dirty="0" err="1">
                          <a:latin typeface="맑은 고딕" panose="020B0503020000020004" pitchFamily="50" charset="-127"/>
                          <a:ea typeface="맑은 고딕" panose="020B0503020000020004" pitchFamily="50" charset="-127"/>
                        </a:rPr>
                        <a:t>img</a:t>
                      </a:r>
                      <a:r>
                        <a:rPr lang="ko-KR" altLang="en-US" sz="1400" dirty="0">
                          <a:latin typeface="맑은 고딕" panose="020B0503020000020004" pitchFamily="50" charset="-127"/>
                          <a:ea typeface="맑은 고딕" panose="020B0503020000020004" pitchFamily="50" charset="-127"/>
                        </a:rPr>
                        <a:t> </a:t>
                      </a:r>
                      <a:r>
                        <a:rPr lang="en-US" altLang="ko-KR" sz="1400" dirty="0">
                          <a:latin typeface="맑은 고딕" panose="020B0503020000020004" pitchFamily="50" charset="-127"/>
                          <a:ea typeface="맑은 고딕" panose="020B0503020000020004" pitchFamily="50" charset="-127"/>
                        </a:rPr>
                        <a:t>:</a:t>
                      </a:r>
                      <a:r>
                        <a:rPr lang="ko-KR" altLang="en-US" sz="1400" dirty="0">
                          <a:latin typeface="맑은 고딕" panose="020B0503020000020004" pitchFamily="50" charset="-127"/>
                          <a:ea typeface="맑은 고딕" panose="020B0503020000020004" pitchFamily="50" charset="-127"/>
                        </a:rPr>
                        <a:t> 프레임 </a:t>
                      </a: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32323946"/>
                  </a:ext>
                </a:extLst>
              </a:tr>
              <a:tr h="14685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cv2.VideoWriter_fourcc(</a:t>
                      </a:r>
                      <a:r>
                        <a:rPr lang="en-US" altLang="ko-KR" sz="1400" i="1" dirty="0">
                          <a:solidFill>
                            <a:schemeClr val="tx1">
                              <a:lumMod val="65000"/>
                              <a:lumOff val="35000"/>
                            </a:schemeClr>
                          </a:solidFill>
                          <a:latin typeface="맑은 고딕" panose="020B0503020000020004" pitchFamily="50" charset="-127"/>
                          <a:ea typeface="맑은 고딕" panose="020B0503020000020004" pitchFamily="50" charset="-127"/>
                        </a:rPr>
                        <a:t>c1, c2, c3, c4</a:t>
                      </a:r>
                      <a:r>
                        <a:rPr lang="en-US" altLang="ko-KR" sz="1400" i="0" dirty="0">
                          <a:solidFill>
                            <a:schemeClr val="tx1">
                              <a:lumMod val="65000"/>
                              <a:lumOff val="35000"/>
                            </a:schemeClr>
                          </a:solidFill>
                          <a:latin typeface="맑은 고딕" panose="020B0503020000020004" pitchFamily="50" charset="-127"/>
                          <a:ea typeface="맑은 고딕" panose="020B0503020000020004" pitchFamily="50" charset="-127"/>
                        </a:rPr>
                        <a:t>)</a:t>
                      </a:r>
                      <a:endParaRPr lang="ko-KR" altLang="en-US" sz="1400" dirty="0">
                        <a:latin typeface="맑은 고딕" panose="020B0503020000020004" pitchFamily="50" charset="-127"/>
                        <a:ea typeface="맑은 고딕" panose="020B0503020000020004" pitchFamily="50" charset="-127"/>
                      </a:endParaRPr>
                    </a:p>
                  </a:txBody>
                  <a:tcPr marT="36000" marB="36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fourcc</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 코드 리턴</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r>
                        <a:rPr lang="en-US" altLang="ko-KR" sz="1400" dirty="0" err="1">
                          <a:solidFill>
                            <a:schemeClr val="tx1">
                              <a:lumMod val="65000"/>
                              <a:lumOff val="35000"/>
                            </a:schemeClr>
                          </a:solidFill>
                          <a:latin typeface="맑은 고딕" panose="020B0503020000020004" pitchFamily="50" charset="-127"/>
                          <a:ea typeface="맑은 고딕" panose="020B0503020000020004" pitchFamily="50" charset="-127"/>
                        </a:rPr>
                        <a:t>fourcc</a:t>
                      </a:r>
                      <a:r>
                        <a:rPr lang="en-US" altLang="ko-KR" sz="1400" dirty="0">
                          <a:solidFill>
                            <a:schemeClr val="tx1">
                              <a:lumMod val="65000"/>
                              <a:lumOff val="35000"/>
                            </a:schemeClr>
                          </a:solidFill>
                          <a:latin typeface="맑은 고딕" panose="020B0503020000020004" pitchFamily="50" charset="-127"/>
                          <a:ea typeface="맑은 고딕" panose="020B0503020000020004" pitchFamily="50" charset="-127"/>
                        </a:rPr>
                        <a:t> </a:t>
                      </a:r>
                      <a:r>
                        <a:rPr lang="ko-KR" altLang="en-US" sz="1400" dirty="0">
                          <a:solidFill>
                            <a:schemeClr val="tx1">
                              <a:lumMod val="65000"/>
                              <a:lumOff val="35000"/>
                            </a:schemeClr>
                          </a:solidFill>
                          <a:latin typeface="맑은 고딕" panose="020B0503020000020004" pitchFamily="50" charset="-127"/>
                          <a:ea typeface="맑은 고딕" panose="020B0503020000020004" pitchFamily="50" charset="-127"/>
                        </a:rPr>
                        <a:t>코드</a:t>
                      </a:r>
                    </a:p>
                  </a:txBody>
                  <a:tcPr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atinLnBrk="1"/>
                      <a:r>
                        <a:rPr lang="en-US" altLang="ko-KR" sz="1400" dirty="0">
                          <a:latin typeface="맑은 고딕" panose="020B0503020000020004" pitchFamily="50" charset="-127"/>
                          <a:ea typeface="맑은 고딕" panose="020B0503020000020004" pitchFamily="50" charset="-127"/>
                        </a:rPr>
                        <a:t>c1,c2,c3,c4</a:t>
                      </a:r>
                      <a:r>
                        <a:rPr lang="ko-KR" altLang="en-US" sz="1400" dirty="0">
                          <a:latin typeface="맑은 고딕" panose="020B0503020000020004" pitchFamily="50" charset="-127"/>
                          <a:ea typeface="맑은 고딕" panose="020B0503020000020004" pitchFamily="50" charset="-127"/>
                        </a:rPr>
                        <a:t> </a:t>
                      </a:r>
                      <a:r>
                        <a:rPr lang="en-US" altLang="ko-KR" sz="1400" dirty="0">
                          <a:latin typeface="맑은 고딕" panose="020B0503020000020004" pitchFamily="50" charset="-127"/>
                          <a:ea typeface="맑은 고딕" panose="020B0503020000020004" pitchFamily="50" charset="-127"/>
                        </a:rPr>
                        <a:t>:</a:t>
                      </a:r>
                      <a:r>
                        <a:rPr lang="ko-KR" altLang="en-US" sz="1400" dirty="0">
                          <a:latin typeface="맑은 고딕" panose="020B0503020000020004" pitchFamily="50" charset="-127"/>
                          <a:ea typeface="맑은 고딕" panose="020B0503020000020004" pitchFamily="50" charset="-127"/>
                        </a:rPr>
                        <a:t> 글자</a:t>
                      </a:r>
                    </a:p>
                  </a:txBody>
                  <a:tcPr marT="36000" marB="36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2101676"/>
                  </a:ext>
                </a:extLst>
              </a:tr>
            </a:tbl>
          </a:graphicData>
        </a:graphic>
      </p:graphicFrame>
      <p:sp>
        <p:nvSpPr>
          <p:cNvPr id="6" name="TextBox 5">
            <a:extLst>
              <a:ext uri="{FF2B5EF4-FFF2-40B4-BE49-F238E27FC236}">
                <a16:creationId xmlns:a16="http://schemas.microsoft.com/office/drawing/2014/main" id="{CF41B83B-4675-86E9-FD0C-62F7DE9E2E54}"/>
              </a:ext>
            </a:extLst>
          </p:cNvPr>
          <p:cNvSpPr txBox="1"/>
          <p:nvPr/>
        </p:nvSpPr>
        <p:spPr>
          <a:xfrm>
            <a:off x="1487661" y="5448828"/>
            <a:ext cx="6168676" cy="879408"/>
          </a:xfrm>
          <a:prstGeom prst="rect">
            <a:avLst/>
          </a:prstGeom>
          <a:noFill/>
          <a:ln>
            <a:solidFill>
              <a:schemeClr val="tx1">
                <a:lumMod val="50000"/>
                <a:lumOff val="50000"/>
              </a:schemeClr>
            </a:solidFill>
          </a:ln>
        </p:spPr>
        <p:txBody>
          <a:bodyPr wrap="none" rtlCol="0">
            <a:spAutoFit/>
          </a:bodyPr>
          <a:lstStyle/>
          <a:p>
            <a:pPr>
              <a:lnSpc>
                <a:spcPct val="120000"/>
              </a:lnSpc>
            </a:pPr>
            <a:r>
              <a:rPr lang="en-US" altLang="ko-KR" dirty="0">
                <a:latin typeface="맑은 고딕" panose="020B0503020000020004" pitchFamily="50" charset="-127"/>
                <a:ea typeface="맑은 고딕" panose="020B0503020000020004" pitchFamily="50" charset="-127"/>
              </a:rPr>
              <a:t>※</a:t>
            </a:r>
            <a:r>
              <a:rPr lang="en-US" altLang="ko-KR" dirty="0" err="1">
                <a:latin typeface="맑은 고딕" panose="020B0503020000020004" pitchFamily="50" charset="-127"/>
                <a:ea typeface="맑은 고딕" panose="020B0503020000020004" pitchFamily="50" charset="-127"/>
              </a:rPr>
              <a:t>FourCC</a:t>
            </a:r>
            <a:r>
              <a:rPr lang="en-US" altLang="ko-KR" dirty="0">
                <a:latin typeface="맑은 고딕" panose="020B0503020000020004" pitchFamily="50" charset="-127"/>
                <a:ea typeface="맑은 고딕" panose="020B0503020000020004" pitchFamily="50" charset="-127"/>
              </a:rPr>
              <a:t>(Four</a:t>
            </a:r>
            <a:r>
              <a:rPr lang="ko-KR" altLang="en-US" dirty="0">
                <a:latin typeface="맑은 고딕" panose="020B0503020000020004" pitchFamily="50" charset="-127"/>
                <a:ea typeface="맑은 고딕" panose="020B0503020000020004" pitchFamily="50" charset="-127"/>
              </a:rPr>
              <a:t> </a:t>
            </a:r>
            <a:r>
              <a:rPr lang="en-US" altLang="ko-KR" dirty="0" err="1">
                <a:latin typeface="맑은 고딕" panose="020B0503020000020004" pitchFamily="50" charset="-127"/>
                <a:ea typeface="맑은 고딕" panose="020B0503020000020004" pitchFamily="50" charset="-127"/>
              </a:rPr>
              <a:t>Chracter</a:t>
            </a:r>
            <a:r>
              <a:rPr lang="ko-KR" altLang="en-US" dirty="0">
                <a:latin typeface="맑은 고딕" panose="020B0503020000020004" pitchFamily="50" charset="-127"/>
                <a:ea typeface="맑은 고딕" panose="020B0503020000020004" pitchFamily="50" charset="-127"/>
              </a:rPr>
              <a:t> </a:t>
            </a:r>
            <a:r>
              <a:rPr lang="en-US" altLang="ko-KR" dirty="0">
                <a:latin typeface="맑은 고딕" panose="020B0503020000020004" pitchFamily="50" charset="-127"/>
                <a:ea typeface="맑은 고딕" panose="020B0503020000020004" pitchFamily="50" charset="-127"/>
              </a:rPr>
              <a:t>Code)</a:t>
            </a:r>
          </a:p>
          <a:p>
            <a:pPr>
              <a:lnSpc>
                <a:spcPct val="120000"/>
              </a:lnSpc>
            </a:pPr>
            <a:r>
              <a:rPr lang="en-US" altLang="ko-KR" sz="1400" dirty="0">
                <a:solidFill>
                  <a:srgbClr val="0070C0"/>
                </a:solidFill>
                <a:latin typeface="맑은 고딕" panose="020B0503020000020004" pitchFamily="50" charset="-127"/>
                <a:ea typeface="맑은 고딕" panose="020B0503020000020004" pitchFamily="50" charset="-127"/>
              </a:rPr>
              <a:t>- </a:t>
            </a:r>
            <a:r>
              <a:rPr lang="ko-KR" altLang="en-US" sz="1400" dirty="0">
                <a:solidFill>
                  <a:srgbClr val="0070C0"/>
                </a:solidFill>
                <a:latin typeface="맑은 고딕" panose="020B0503020000020004" pitchFamily="50" charset="-127"/>
                <a:ea typeface="맑은 고딕" panose="020B0503020000020004" pitchFamily="50" charset="-127"/>
              </a:rPr>
              <a:t>네 글자로 구성된 데이터 형식을 구분하는 코드</a:t>
            </a:r>
            <a:endParaRPr lang="en-US" altLang="ko-KR" sz="1400" dirty="0">
              <a:solidFill>
                <a:srgbClr val="0070C0"/>
              </a:solidFill>
              <a:latin typeface="맑은 고딕" panose="020B0503020000020004" pitchFamily="50" charset="-127"/>
              <a:ea typeface="맑은 고딕" panose="020B0503020000020004" pitchFamily="50" charset="-127"/>
            </a:endParaRPr>
          </a:p>
          <a:p>
            <a:pPr>
              <a:lnSpc>
                <a:spcPct val="120000"/>
              </a:lnSpc>
            </a:pPr>
            <a:r>
              <a:rPr lang="en-US" altLang="ko-KR" sz="1400" dirty="0">
                <a:solidFill>
                  <a:srgbClr val="0070C0"/>
                </a:solidFill>
                <a:latin typeface="맑은 고딕" panose="020B0503020000020004" pitchFamily="50" charset="-127"/>
                <a:ea typeface="맑은 고딕" panose="020B0503020000020004" pitchFamily="50" charset="-127"/>
              </a:rPr>
              <a:t>- </a:t>
            </a:r>
            <a:r>
              <a:rPr lang="ko-KR" altLang="en-US" sz="1400" dirty="0">
                <a:solidFill>
                  <a:srgbClr val="0070C0"/>
                </a:solidFill>
                <a:latin typeface="맑은 고딕" panose="020B0503020000020004" pitchFamily="50" charset="-127"/>
                <a:ea typeface="맑은 고딕" panose="020B0503020000020004" pitchFamily="50" charset="-127"/>
              </a:rPr>
              <a:t>주로 </a:t>
            </a:r>
            <a:r>
              <a:rPr lang="en-US" altLang="ko-KR" sz="1400" dirty="0" err="1">
                <a:solidFill>
                  <a:srgbClr val="0070C0"/>
                </a:solidFill>
                <a:latin typeface="맑은 고딕" panose="020B0503020000020004" pitchFamily="50" charset="-127"/>
                <a:ea typeface="맑은 고딕" panose="020B0503020000020004" pitchFamily="50" charset="-127"/>
              </a:rPr>
              <a:t>avi</a:t>
            </a:r>
            <a:r>
              <a:rPr lang="en-US" altLang="ko-KR" sz="1400" dirty="0">
                <a:solidFill>
                  <a:srgbClr val="0070C0"/>
                </a:solidFill>
                <a:latin typeface="맑은 고딕" panose="020B0503020000020004" pitchFamily="50" charset="-127"/>
                <a:ea typeface="맑은 고딕" panose="020B0503020000020004" pitchFamily="50" charset="-127"/>
              </a:rPr>
              <a:t> </a:t>
            </a:r>
            <a:r>
              <a:rPr lang="ko-KR" altLang="en-US" sz="1400" dirty="0">
                <a:solidFill>
                  <a:srgbClr val="0070C0"/>
                </a:solidFill>
                <a:latin typeface="맑은 고딕" panose="020B0503020000020004" pitchFamily="50" charset="-127"/>
                <a:ea typeface="맑은 고딕" panose="020B0503020000020004" pitchFamily="50" charset="-127"/>
              </a:rPr>
              <a:t>파일의 영상 코덱을 구분할 때 사용</a:t>
            </a:r>
            <a:r>
              <a:rPr lang="en-US" altLang="ko-KR" sz="1400" dirty="0">
                <a:solidFill>
                  <a:srgbClr val="0070C0"/>
                </a:solidFill>
                <a:latin typeface="맑은 고딕" panose="020B0503020000020004" pitchFamily="50" charset="-127"/>
                <a:ea typeface="맑은 고딕" panose="020B0503020000020004" pitchFamily="50" charset="-127"/>
              </a:rPr>
              <a:t>, </a:t>
            </a:r>
            <a:r>
              <a:rPr lang="en-US" altLang="ko-KR" sz="1400" dirty="0" err="1">
                <a:solidFill>
                  <a:srgbClr val="0070C0"/>
                </a:solidFill>
                <a:latin typeface="맑은 고딕" panose="020B0503020000020004" pitchFamily="50" charset="-127"/>
                <a:ea typeface="맑은 고딕" panose="020B0503020000020004" pitchFamily="50" charset="-127"/>
              </a:rPr>
              <a:t>Divx</a:t>
            </a:r>
            <a:r>
              <a:rPr lang="en-US" altLang="ko-KR" sz="1400" dirty="0">
                <a:solidFill>
                  <a:srgbClr val="0070C0"/>
                </a:solidFill>
                <a:latin typeface="맑은 고딕" panose="020B0503020000020004" pitchFamily="50" charset="-127"/>
                <a:ea typeface="맑은 고딕" panose="020B0503020000020004" pitchFamily="50" charset="-127"/>
              </a:rPr>
              <a:t>, </a:t>
            </a:r>
            <a:r>
              <a:rPr lang="en-US" altLang="ko-KR" sz="1400" dirty="0" err="1">
                <a:solidFill>
                  <a:srgbClr val="0070C0"/>
                </a:solidFill>
                <a:latin typeface="맑은 고딕" panose="020B0503020000020004" pitchFamily="50" charset="-127"/>
                <a:ea typeface="맑은 고딕" panose="020B0503020000020004" pitchFamily="50" charset="-127"/>
              </a:rPr>
              <a:t>Xvid</a:t>
            </a:r>
            <a:r>
              <a:rPr lang="en-US" altLang="ko-KR" sz="1400" dirty="0">
                <a:solidFill>
                  <a:srgbClr val="0070C0"/>
                </a:solidFill>
                <a:latin typeface="맑은 고딕" panose="020B0503020000020004" pitchFamily="50" charset="-127"/>
                <a:ea typeface="맑은 고딕" panose="020B0503020000020004" pitchFamily="50" charset="-127"/>
              </a:rPr>
              <a:t>, H.264 </a:t>
            </a:r>
            <a:r>
              <a:rPr lang="ko-KR" altLang="en-US" sz="1400" dirty="0">
                <a:solidFill>
                  <a:srgbClr val="0070C0"/>
                </a:solidFill>
                <a:latin typeface="맑은 고딕" panose="020B0503020000020004" pitchFamily="50" charset="-127"/>
                <a:ea typeface="맑은 고딕" panose="020B0503020000020004" pitchFamily="50" charset="-127"/>
              </a:rPr>
              <a:t>등이 있음</a:t>
            </a:r>
          </a:p>
        </p:txBody>
      </p:sp>
    </p:spTree>
    <p:extLst>
      <p:ext uri="{BB962C8B-B14F-4D97-AF65-F5344CB8AC3E}">
        <p14:creationId xmlns:p14="http://schemas.microsoft.com/office/powerpoint/2010/main" val="1311054036"/>
      </p:ext>
    </p:extLst>
  </p:cSld>
  <p:clrMapOvr>
    <a:masterClrMapping/>
  </p:clrMapOvr>
  <p:transition>
    <p:diamond/>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B28623B-F64F-123E-9016-C1D08234F84D}"/>
              </a:ext>
            </a:extLst>
          </p:cNvPr>
          <p:cNvSpPr>
            <a:spLocks noGrp="1"/>
          </p:cNvSpPr>
          <p:nvPr>
            <p:ph type="title"/>
          </p:nvPr>
        </p:nvSpPr>
        <p:spPr/>
        <p:txBody>
          <a:bodyPr/>
          <a:lstStyle/>
          <a:p>
            <a:r>
              <a:rPr lang="en-US" altLang="ko-KR" dirty="0"/>
              <a:t>[</a:t>
            </a:r>
            <a:r>
              <a:rPr lang="ko-KR" altLang="en-US" dirty="0"/>
              <a:t>실습</a:t>
            </a:r>
            <a:r>
              <a:rPr lang="en-US" altLang="ko-KR" dirty="0"/>
              <a:t>8] </a:t>
            </a:r>
            <a:r>
              <a:rPr lang="ko-KR" altLang="en-US" dirty="0"/>
              <a:t>동영상</a:t>
            </a:r>
            <a:r>
              <a:rPr lang="en-US" altLang="ko-KR" dirty="0"/>
              <a:t> </a:t>
            </a:r>
            <a:r>
              <a:rPr lang="ko-KR" altLang="en-US" dirty="0"/>
              <a:t>재생</a:t>
            </a:r>
          </a:p>
        </p:txBody>
      </p:sp>
      <p:sp>
        <p:nvSpPr>
          <p:cNvPr id="4" name="슬라이드 번호 개체 틀 3">
            <a:extLst>
              <a:ext uri="{FF2B5EF4-FFF2-40B4-BE49-F238E27FC236}">
                <a16:creationId xmlns:a16="http://schemas.microsoft.com/office/drawing/2014/main" id="{A539D5A6-0316-D2B6-6A92-48ED93DD846C}"/>
              </a:ext>
            </a:extLst>
          </p:cNvPr>
          <p:cNvSpPr>
            <a:spLocks noGrp="1"/>
          </p:cNvSpPr>
          <p:nvPr>
            <p:ph type="sldNum" sz="quarter" idx="10"/>
          </p:nvPr>
        </p:nvSpPr>
        <p:spPr/>
        <p:txBody>
          <a:bodyPr/>
          <a:lstStyle/>
          <a:p>
            <a:fld id="{0662DF40-CD95-4196-B16C-EF23877BEF64}" type="slidenum">
              <a:rPr lang="en-US" altLang="ko-KR" smtClean="0"/>
              <a:pPr/>
              <a:t>40</a:t>
            </a:fld>
            <a:endParaRPr lang="en-US" altLang="ko-KR"/>
          </a:p>
        </p:txBody>
      </p:sp>
      <p:pic>
        <p:nvPicPr>
          <p:cNvPr id="10" name="그림 9">
            <a:extLst>
              <a:ext uri="{FF2B5EF4-FFF2-40B4-BE49-F238E27FC236}">
                <a16:creationId xmlns:a16="http://schemas.microsoft.com/office/drawing/2014/main" id="{DF820FF0-1783-15C0-A691-29A8BB3FC6D3}"/>
              </a:ext>
            </a:extLst>
          </p:cNvPr>
          <p:cNvPicPr>
            <a:picLocks noChangeAspect="1"/>
          </p:cNvPicPr>
          <p:nvPr/>
        </p:nvPicPr>
        <p:blipFill>
          <a:blip r:embed="rId2"/>
          <a:stretch>
            <a:fillRect/>
          </a:stretch>
        </p:blipFill>
        <p:spPr>
          <a:xfrm>
            <a:off x="6012160" y="1154036"/>
            <a:ext cx="2634296" cy="5157192"/>
          </a:xfrm>
          <a:prstGeom prst="rect">
            <a:avLst/>
          </a:prstGeom>
        </p:spPr>
      </p:pic>
      <p:pic>
        <p:nvPicPr>
          <p:cNvPr id="11" name="그림 10">
            <a:extLst>
              <a:ext uri="{FF2B5EF4-FFF2-40B4-BE49-F238E27FC236}">
                <a16:creationId xmlns:a16="http://schemas.microsoft.com/office/drawing/2014/main" id="{235A728F-AC6D-9F6F-16C1-2EBE3225A88E}"/>
              </a:ext>
            </a:extLst>
          </p:cNvPr>
          <p:cNvPicPr>
            <a:picLocks noChangeAspect="1"/>
          </p:cNvPicPr>
          <p:nvPr/>
        </p:nvPicPr>
        <p:blipFill>
          <a:blip r:embed="rId3"/>
          <a:stretch>
            <a:fillRect/>
          </a:stretch>
        </p:blipFill>
        <p:spPr>
          <a:xfrm>
            <a:off x="107950" y="1142604"/>
            <a:ext cx="5544170" cy="5012812"/>
          </a:xfrm>
          <a:prstGeom prst="rect">
            <a:avLst/>
          </a:prstGeom>
          <a:ln>
            <a:solidFill>
              <a:schemeClr val="tx1">
                <a:lumMod val="50000"/>
                <a:lumOff val="50000"/>
              </a:schemeClr>
            </a:solidFill>
          </a:ln>
        </p:spPr>
      </p:pic>
      <p:pic>
        <p:nvPicPr>
          <p:cNvPr id="8" name="그림 7">
            <a:extLst>
              <a:ext uri="{FF2B5EF4-FFF2-40B4-BE49-F238E27FC236}">
                <a16:creationId xmlns:a16="http://schemas.microsoft.com/office/drawing/2014/main" id="{6FFD7210-F197-0576-286D-8C7C60965CC6}"/>
              </a:ext>
            </a:extLst>
          </p:cNvPr>
          <p:cNvPicPr>
            <a:picLocks noChangeAspect="1"/>
          </p:cNvPicPr>
          <p:nvPr/>
        </p:nvPicPr>
        <p:blipFill>
          <a:blip r:embed="rId4"/>
          <a:stretch>
            <a:fillRect/>
          </a:stretch>
        </p:blipFill>
        <p:spPr>
          <a:xfrm>
            <a:off x="4117996" y="5085184"/>
            <a:ext cx="1750148" cy="1405323"/>
          </a:xfrm>
          <a:prstGeom prst="rect">
            <a:avLst/>
          </a:prstGeom>
          <a:ln>
            <a:solidFill>
              <a:schemeClr val="tx1">
                <a:lumMod val="50000"/>
                <a:lumOff val="50000"/>
              </a:schemeClr>
            </a:solidFill>
          </a:ln>
        </p:spPr>
      </p:pic>
    </p:spTree>
    <p:extLst>
      <p:ext uri="{BB962C8B-B14F-4D97-AF65-F5344CB8AC3E}">
        <p14:creationId xmlns:p14="http://schemas.microsoft.com/office/powerpoint/2010/main" val="2710980554"/>
      </p:ext>
    </p:extLst>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0A0411F-45EF-0E7B-2FBE-817AB28CDEFC}"/>
              </a:ext>
            </a:extLst>
          </p:cNvPr>
          <p:cNvSpPr>
            <a:spLocks noGrp="1"/>
          </p:cNvSpPr>
          <p:nvPr>
            <p:ph type="title"/>
          </p:nvPr>
        </p:nvSpPr>
        <p:spPr/>
        <p:txBody>
          <a:bodyPr/>
          <a:lstStyle/>
          <a:p>
            <a:r>
              <a:rPr lang="en-US" altLang="ko-KR" dirty="0"/>
              <a:t>[</a:t>
            </a:r>
            <a:r>
              <a:rPr lang="ko-KR" altLang="en-US" dirty="0"/>
              <a:t>실습</a:t>
            </a:r>
            <a:r>
              <a:rPr lang="en-US" altLang="ko-KR" dirty="0"/>
              <a:t>9] </a:t>
            </a:r>
            <a:r>
              <a:rPr lang="ko-KR" altLang="en-US" dirty="0"/>
              <a:t>동영상 저장</a:t>
            </a:r>
          </a:p>
        </p:txBody>
      </p:sp>
      <p:sp>
        <p:nvSpPr>
          <p:cNvPr id="4" name="슬라이드 번호 개체 틀 3">
            <a:extLst>
              <a:ext uri="{FF2B5EF4-FFF2-40B4-BE49-F238E27FC236}">
                <a16:creationId xmlns:a16="http://schemas.microsoft.com/office/drawing/2014/main" id="{4E72DD4C-703F-B9DF-6173-72EFF75BAC82}"/>
              </a:ext>
            </a:extLst>
          </p:cNvPr>
          <p:cNvSpPr>
            <a:spLocks noGrp="1"/>
          </p:cNvSpPr>
          <p:nvPr>
            <p:ph type="sldNum" sz="quarter" idx="10"/>
          </p:nvPr>
        </p:nvSpPr>
        <p:spPr/>
        <p:txBody>
          <a:bodyPr/>
          <a:lstStyle/>
          <a:p>
            <a:fld id="{0662DF40-CD95-4196-B16C-EF23877BEF64}" type="slidenum">
              <a:rPr lang="en-US" altLang="ko-KR" smtClean="0"/>
              <a:pPr/>
              <a:t>41</a:t>
            </a:fld>
            <a:endParaRPr lang="en-US" altLang="ko-KR"/>
          </a:p>
        </p:txBody>
      </p:sp>
      <p:pic>
        <p:nvPicPr>
          <p:cNvPr id="5" name="그림 4">
            <a:extLst>
              <a:ext uri="{FF2B5EF4-FFF2-40B4-BE49-F238E27FC236}">
                <a16:creationId xmlns:a16="http://schemas.microsoft.com/office/drawing/2014/main" id="{009337FA-691E-6BD5-AC5B-88C3BE74C17A}"/>
              </a:ext>
            </a:extLst>
          </p:cNvPr>
          <p:cNvPicPr>
            <a:picLocks noChangeAspect="1"/>
          </p:cNvPicPr>
          <p:nvPr/>
        </p:nvPicPr>
        <p:blipFill>
          <a:blip r:embed="rId2"/>
          <a:stretch>
            <a:fillRect/>
          </a:stretch>
        </p:blipFill>
        <p:spPr>
          <a:xfrm>
            <a:off x="107950" y="980728"/>
            <a:ext cx="6120234" cy="5340397"/>
          </a:xfrm>
          <a:prstGeom prst="rect">
            <a:avLst/>
          </a:prstGeom>
          <a:ln>
            <a:solidFill>
              <a:schemeClr val="tx1">
                <a:lumMod val="50000"/>
                <a:lumOff val="50000"/>
              </a:schemeClr>
            </a:solidFill>
          </a:ln>
        </p:spPr>
      </p:pic>
      <p:pic>
        <p:nvPicPr>
          <p:cNvPr id="8" name="그림 7">
            <a:extLst>
              <a:ext uri="{FF2B5EF4-FFF2-40B4-BE49-F238E27FC236}">
                <a16:creationId xmlns:a16="http://schemas.microsoft.com/office/drawing/2014/main" id="{86DB4A6F-017F-B31C-5CD9-6B5A58EF447C}"/>
              </a:ext>
            </a:extLst>
          </p:cNvPr>
          <p:cNvPicPr>
            <a:picLocks noChangeAspect="1"/>
          </p:cNvPicPr>
          <p:nvPr/>
        </p:nvPicPr>
        <p:blipFill>
          <a:blip r:embed="rId3"/>
          <a:stretch>
            <a:fillRect/>
          </a:stretch>
        </p:blipFill>
        <p:spPr>
          <a:xfrm>
            <a:off x="5436096" y="4426479"/>
            <a:ext cx="3661073" cy="2033179"/>
          </a:xfrm>
          <a:prstGeom prst="rect">
            <a:avLst/>
          </a:prstGeom>
          <a:ln>
            <a:solidFill>
              <a:schemeClr val="tx1">
                <a:lumMod val="50000"/>
                <a:lumOff val="50000"/>
              </a:schemeClr>
            </a:solidFill>
          </a:ln>
        </p:spPr>
      </p:pic>
      <p:sp>
        <p:nvSpPr>
          <p:cNvPr id="9" name="직사각형 8">
            <a:extLst>
              <a:ext uri="{FF2B5EF4-FFF2-40B4-BE49-F238E27FC236}">
                <a16:creationId xmlns:a16="http://schemas.microsoft.com/office/drawing/2014/main" id="{290B9A4E-2790-B31A-4D8D-CDEC3FFAC529}"/>
              </a:ext>
            </a:extLst>
          </p:cNvPr>
          <p:cNvSpPr/>
          <p:nvPr/>
        </p:nvSpPr>
        <p:spPr>
          <a:xfrm>
            <a:off x="7884368" y="5013176"/>
            <a:ext cx="432048" cy="576064"/>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240486924"/>
      </p:ext>
    </p:extLst>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BE8D7B8-49A9-3A88-2B4A-36B6AB9DDDE0}"/>
              </a:ext>
            </a:extLst>
          </p:cNvPr>
          <p:cNvSpPr>
            <a:spLocks noGrp="1"/>
          </p:cNvSpPr>
          <p:nvPr>
            <p:ph type="title"/>
          </p:nvPr>
        </p:nvSpPr>
        <p:spPr/>
        <p:txBody>
          <a:bodyPr/>
          <a:lstStyle/>
          <a:p>
            <a:r>
              <a:rPr lang="en-US" altLang="ko-KR" dirty="0"/>
              <a:t>[</a:t>
            </a:r>
            <a:r>
              <a:rPr lang="ko-KR" altLang="en-US" dirty="0"/>
              <a:t>응용 예제</a:t>
            </a:r>
            <a:r>
              <a:rPr lang="en-US" altLang="ko-KR" dirty="0"/>
              <a:t>] </a:t>
            </a:r>
            <a:r>
              <a:rPr lang="ko-KR" altLang="en-US" dirty="0"/>
              <a:t>영상 합성</a:t>
            </a:r>
          </a:p>
        </p:txBody>
      </p:sp>
      <p:sp>
        <p:nvSpPr>
          <p:cNvPr id="15" name="내용 개체 틀 14">
            <a:extLst>
              <a:ext uri="{FF2B5EF4-FFF2-40B4-BE49-F238E27FC236}">
                <a16:creationId xmlns:a16="http://schemas.microsoft.com/office/drawing/2014/main" id="{AA66963D-ED3F-B847-92C2-62B296A11608}"/>
              </a:ext>
            </a:extLst>
          </p:cNvPr>
          <p:cNvSpPr>
            <a:spLocks noGrp="1"/>
          </p:cNvSpPr>
          <p:nvPr>
            <p:ph idx="1"/>
          </p:nvPr>
        </p:nvSpPr>
        <p:spPr/>
        <p:txBody>
          <a:bodyPr/>
          <a:lstStyle/>
          <a:p>
            <a:r>
              <a:rPr lang="ko-KR" altLang="en-US" dirty="0"/>
              <a:t>이미지</a:t>
            </a:r>
            <a:r>
              <a:rPr lang="en-US" altLang="ko-KR" dirty="0"/>
              <a:t> </a:t>
            </a:r>
            <a:r>
              <a:rPr lang="ko-KR" altLang="en-US" dirty="0"/>
              <a:t>다운로드</a:t>
            </a:r>
            <a:endParaRPr lang="en-US" altLang="ko-KR" dirty="0"/>
          </a:p>
          <a:p>
            <a:pPr lvl="1"/>
            <a:r>
              <a:rPr lang="en-US" altLang="ko-KR" dirty="0"/>
              <a:t>pexels.com/ko-</a:t>
            </a:r>
            <a:r>
              <a:rPr lang="en-US" altLang="ko-KR" dirty="0" err="1"/>
              <a:t>kr</a:t>
            </a:r>
            <a:r>
              <a:rPr lang="en-US" altLang="ko-KR" dirty="0"/>
              <a:t>/ </a:t>
            </a:r>
            <a:r>
              <a:rPr lang="en-US" altLang="ko-KR" dirty="0">
                <a:sym typeface="Wingdings" panose="05000000000000000000" pitchFamily="2" charset="2"/>
              </a:rPr>
              <a:t> scenery </a:t>
            </a:r>
            <a:r>
              <a:rPr lang="ko-KR" altLang="en-US" dirty="0">
                <a:sym typeface="Wingdings" panose="05000000000000000000" pitchFamily="2" charset="2"/>
              </a:rPr>
              <a:t>및 </a:t>
            </a:r>
            <a:r>
              <a:rPr lang="en-US" altLang="ko-KR" dirty="0">
                <a:sym typeface="Wingdings" panose="05000000000000000000" pitchFamily="2" charset="2"/>
              </a:rPr>
              <a:t>airplane </a:t>
            </a:r>
            <a:r>
              <a:rPr lang="ko-KR" altLang="en-US" dirty="0">
                <a:sym typeface="Wingdings" panose="05000000000000000000" pitchFamily="2" charset="2"/>
              </a:rPr>
              <a:t>검색하여 파일 다운로드</a:t>
            </a:r>
            <a:endParaRPr lang="en-US" altLang="ko-KR" dirty="0">
              <a:sym typeface="Wingdings" panose="05000000000000000000" pitchFamily="2" charset="2"/>
            </a:endParaRPr>
          </a:p>
          <a:p>
            <a:pPr lvl="2"/>
            <a:r>
              <a:rPr lang="ko-KR" altLang="en-US" dirty="0">
                <a:sym typeface="Wingdings" panose="05000000000000000000" pitchFamily="2" charset="2"/>
              </a:rPr>
              <a:t>첨부된 파일 이용 </a:t>
            </a:r>
            <a:r>
              <a:rPr lang="en-US" altLang="ko-KR" dirty="0">
                <a:sym typeface="Wingdings" panose="05000000000000000000" pitchFamily="2" charset="2"/>
              </a:rPr>
              <a:t> </a:t>
            </a:r>
            <a:r>
              <a:rPr lang="ko-KR" altLang="en-US" dirty="0">
                <a:sym typeface="Wingdings" panose="05000000000000000000" pitchFamily="2" charset="2"/>
              </a:rPr>
              <a:t>비행기와 배경의 면도차가 큰 이미지 활용</a:t>
            </a:r>
            <a:endParaRPr lang="en-US" altLang="ko-KR" dirty="0">
              <a:sym typeface="Wingdings" panose="05000000000000000000" pitchFamily="2" charset="2"/>
            </a:endParaRPr>
          </a:p>
          <a:p>
            <a:pPr lvl="1"/>
            <a:r>
              <a:rPr lang="en-US" altLang="ko-KR" dirty="0">
                <a:sym typeface="Wingdings" panose="05000000000000000000" pitchFamily="2" charset="2"/>
              </a:rPr>
              <a:t>background.jpg, airplane.jpg</a:t>
            </a:r>
            <a:r>
              <a:rPr lang="ko-KR" altLang="en-US" dirty="0">
                <a:sym typeface="Wingdings" panose="05000000000000000000" pitchFamily="2" charset="2"/>
              </a:rPr>
              <a:t>로 파일명 변경</a:t>
            </a:r>
            <a:endParaRPr lang="ko-KR" altLang="en-US" dirty="0"/>
          </a:p>
        </p:txBody>
      </p:sp>
      <p:sp>
        <p:nvSpPr>
          <p:cNvPr id="4" name="슬라이드 번호 개체 틀 3">
            <a:extLst>
              <a:ext uri="{FF2B5EF4-FFF2-40B4-BE49-F238E27FC236}">
                <a16:creationId xmlns:a16="http://schemas.microsoft.com/office/drawing/2014/main" id="{513C34DA-A4CB-C312-7E1E-15B273E4AB18}"/>
              </a:ext>
            </a:extLst>
          </p:cNvPr>
          <p:cNvSpPr>
            <a:spLocks noGrp="1"/>
          </p:cNvSpPr>
          <p:nvPr>
            <p:ph type="sldNum" sz="quarter" idx="10"/>
          </p:nvPr>
        </p:nvSpPr>
        <p:spPr/>
        <p:txBody>
          <a:bodyPr/>
          <a:lstStyle/>
          <a:p>
            <a:fld id="{0662DF40-CD95-4196-B16C-EF23877BEF64}" type="slidenum">
              <a:rPr lang="en-US" altLang="ko-KR" smtClean="0"/>
              <a:pPr/>
              <a:t>42</a:t>
            </a:fld>
            <a:endParaRPr lang="en-US" altLang="ko-KR"/>
          </a:p>
        </p:txBody>
      </p:sp>
      <p:pic>
        <p:nvPicPr>
          <p:cNvPr id="6" name="그림 5">
            <a:extLst>
              <a:ext uri="{FF2B5EF4-FFF2-40B4-BE49-F238E27FC236}">
                <a16:creationId xmlns:a16="http://schemas.microsoft.com/office/drawing/2014/main" id="{462CF688-B824-1DF7-3C04-A59035BB4DA9}"/>
              </a:ext>
            </a:extLst>
          </p:cNvPr>
          <p:cNvPicPr>
            <a:picLocks noChangeAspect="1"/>
          </p:cNvPicPr>
          <p:nvPr/>
        </p:nvPicPr>
        <p:blipFill>
          <a:blip r:embed="rId2"/>
          <a:stretch>
            <a:fillRect/>
          </a:stretch>
        </p:blipFill>
        <p:spPr>
          <a:xfrm>
            <a:off x="5120499" y="2826480"/>
            <a:ext cx="2869759" cy="1914931"/>
          </a:xfrm>
          <a:prstGeom prst="rect">
            <a:avLst/>
          </a:prstGeom>
        </p:spPr>
      </p:pic>
      <p:pic>
        <p:nvPicPr>
          <p:cNvPr id="8" name="그림 7">
            <a:extLst>
              <a:ext uri="{FF2B5EF4-FFF2-40B4-BE49-F238E27FC236}">
                <a16:creationId xmlns:a16="http://schemas.microsoft.com/office/drawing/2014/main" id="{5CABBFC8-83BF-8145-47D0-A1E8C839B25F}"/>
              </a:ext>
            </a:extLst>
          </p:cNvPr>
          <p:cNvPicPr>
            <a:picLocks noChangeAspect="1"/>
          </p:cNvPicPr>
          <p:nvPr/>
        </p:nvPicPr>
        <p:blipFill>
          <a:blip r:embed="rId3"/>
          <a:stretch>
            <a:fillRect/>
          </a:stretch>
        </p:blipFill>
        <p:spPr>
          <a:xfrm>
            <a:off x="894073" y="2929981"/>
            <a:ext cx="2926619" cy="1634153"/>
          </a:xfrm>
          <a:prstGeom prst="rect">
            <a:avLst/>
          </a:prstGeom>
        </p:spPr>
      </p:pic>
      <p:cxnSp>
        <p:nvCxnSpPr>
          <p:cNvPr id="12" name="직선 화살표 연결선 11">
            <a:extLst>
              <a:ext uri="{FF2B5EF4-FFF2-40B4-BE49-F238E27FC236}">
                <a16:creationId xmlns:a16="http://schemas.microsoft.com/office/drawing/2014/main" id="{8C1E233E-FDB1-4A50-AAE5-6F0E6918E51D}"/>
              </a:ext>
            </a:extLst>
          </p:cNvPr>
          <p:cNvCxnSpPr>
            <a:cxnSpLocks/>
            <a:stCxn id="8" idx="2"/>
            <a:endCxn id="10" idx="1"/>
          </p:cNvCxnSpPr>
          <p:nvPr/>
        </p:nvCxnSpPr>
        <p:spPr>
          <a:xfrm>
            <a:off x="2357383" y="4564134"/>
            <a:ext cx="751307" cy="1081046"/>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9" name="직사각형 8">
            <a:extLst>
              <a:ext uri="{FF2B5EF4-FFF2-40B4-BE49-F238E27FC236}">
                <a16:creationId xmlns:a16="http://schemas.microsoft.com/office/drawing/2014/main" id="{591DE543-213A-9969-B365-7F1966130865}"/>
              </a:ext>
            </a:extLst>
          </p:cNvPr>
          <p:cNvSpPr/>
          <p:nvPr/>
        </p:nvSpPr>
        <p:spPr>
          <a:xfrm>
            <a:off x="6444208" y="3604808"/>
            <a:ext cx="864096" cy="432048"/>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0" name="그림 9">
            <a:extLst>
              <a:ext uri="{FF2B5EF4-FFF2-40B4-BE49-F238E27FC236}">
                <a16:creationId xmlns:a16="http://schemas.microsoft.com/office/drawing/2014/main" id="{9848C160-8242-C606-6568-6196161BFBAD}"/>
              </a:ext>
            </a:extLst>
          </p:cNvPr>
          <p:cNvPicPr>
            <a:picLocks noChangeAspect="1"/>
          </p:cNvPicPr>
          <p:nvPr/>
        </p:nvPicPr>
        <p:blipFill>
          <a:blip r:embed="rId4"/>
          <a:stretch>
            <a:fillRect/>
          </a:stretch>
        </p:blipFill>
        <p:spPr>
          <a:xfrm>
            <a:off x="3108690" y="4841302"/>
            <a:ext cx="2926619" cy="1607756"/>
          </a:xfrm>
          <a:prstGeom prst="rect">
            <a:avLst/>
          </a:prstGeom>
        </p:spPr>
      </p:pic>
      <p:cxnSp>
        <p:nvCxnSpPr>
          <p:cNvPr id="13" name="직선 화살표 연결선 12">
            <a:extLst>
              <a:ext uri="{FF2B5EF4-FFF2-40B4-BE49-F238E27FC236}">
                <a16:creationId xmlns:a16="http://schemas.microsoft.com/office/drawing/2014/main" id="{190D7DD2-6222-12EB-C290-828777F398D3}"/>
              </a:ext>
            </a:extLst>
          </p:cNvPr>
          <p:cNvCxnSpPr>
            <a:cxnSpLocks/>
          </p:cNvCxnSpPr>
          <p:nvPr/>
        </p:nvCxnSpPr>
        <p:spPr>
          <a:xfrm flipH="1">
            <a:off x="3811167" y="3820832"/>
            <a:ext cx="2651373" cy="1164932"/>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5559513"/>
      </p:ext>
    </p:extLst>
  </p:cSld>
  <p:clrMapOvr>
    <a:masterClrMapping/>
  </p:clrMapOvr>
  <p:transition>
    <p:diamond/>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BE8D7B8-49A9-3A88-2B4A-36B6AB9DDDE0}"/>
              </a:ext>
            </a:extLst>
          </p:cNvPr>
          <p:cNvSpPr>
            <a:spLocks noGrp="1"/>
          </p:cNvSpPr>
          <p:nvPr>
            <p:ph type="title"/>
          </p:nvPr>
        </p:nvSpPr>
        <p:spPr/>
        <p:txBody>
          <a:bodyPr/>
          <a:lstStyle/>
          <a:p>
            <a:r>
              <a:rPr lang="en-US" altLang="ko-KR" dirty="0"/>
              <a:t>[</a:t>
            </a:r>
            <a:r>
              <a:rPr lang="ko-KR" altLang="en-US" dirty="0"/>
              <a:t>응용 예제</a:t>
            </a:r>
            <a:r>
              <a:rPr lang="en-US" altLang="ko-KR" dirty="0"/>
              <a:t>] </a:t>
            </a:r>
            <a:r>
              <a:rPr lang="ko-KR" altLang="en-US" dirty="0"/>
              <a:t>영상 합성</a:t>
            </a:r>
          </a:p>
        </p:txBody>
      </p:sp>
      <p:sp>
        <p:nvSpPr>
          <p:cNvPr id="4" name="슬라이드 번호 개체 틀 3">
            <a:extLst>
              <a:ext uri="{FF2B5EF4-FFF2-40B4-BE49-F238E27FC236}">
                <a16:creationId xmlns:a16="http://schemas.microsoft.com/office/drawing/2014/main" id="{513C34DA-A4CB-C312-7E1E-15B273E4AB18}"/>
              </a:ext>
            </a:extLst>
          </p:cNvPr>
          <p:cNvSpPr>
            <a:spLocks noGrp="1"/>
          </p:cNvSpPr>
          <p:nvPr>
            <p:ph type="sldNum" sz="quarter" idx="10"/>
          </p:nvPr>
        </p:nvSpPr>
        <p:spPr/>
        <p:txBody>
          <a:bodyPr/>
          <a:lstStyle/>
          <a:p>
            <a:fld id="{0662DF40-CD95-4196-B16C-EF23877BEF64}" type="slidenum">
              <a:rPr lang="en-US" altLang="ko-KR" smtClean="0"/>
              <a:pPr/>
              <a:t>43</a:t>
            </a:fld>
            <a:endParaRPr lang="en-US" altLang="ko-KR"/>
          </a:p>
        </p:txBody>
      </p:sp>
      <p:pic>
        <p:nvPicPr>
          <p:cNvPr id="8" name="그림 7">
            <a:extLst>
              <a:ext uri="{FF2B5EF4-FFF2-40B4-BE49-F238E27FC236}">
                <a16:creationId xmlns:a16="http://schemas.microsoft.com/office/drawing/2014/main" id="{5CABBFC8-83BF-8145-47D0-A1E8C839B25F}"/>
              </a:ext>
            </a:extLst>
          </p:cNvPr>
          <p:cNvPicPr>
            <a:picLocks noChangeAspect="1"/>
          </p:cNvPicPr>
          <p:nvPr/>
        </p:nvPicPr>
        <p:blipFill>
          <a:blip r:embed="rId2"/>
          <a:stretch>
            <a:fillRect/>
          </a:stretch>
        </p:blipFill>
        <p:spPr>
          <a:xfrm>
            <a:off x="467545" y="1052736"/>
            <a:ext cx="4032448" cy="2251621"/>
          </a:xfrm>
          <a:prstGeom prst="rect">
            <a:avLst/>
          </a:prstGeom>
        </p:spPr>
      </p:pic>
      <p:cxnSp>
        <p:nvCxnSpPr>
          <p:cNvPr id="20" name="직선 화살표 연결선 19">
            <a:extLst>
              <a:ext uri="{FF2B5EF4-FFF2-40B4-BE49-F238E27FC236}">
                <a16:creationId xmlns:a16="http://schemas.microsoft.com/office/drawing/2014/main" id="{A24D514F-7F33-3B84-2DD4-6CD9CEDDAB2E}"/>
              </a:ext>
            </a:extLst>
          </p:cNvPr>
          <p:cNvCxnSpPr>
            <a:cxnSpLocks/>
            <a:stCxn id="18" idx="2"/>
            <a:endCxn id="25" idx="0"/>
          </p:cNvCxnSpPr>
          <p:nvPr/>
        </p:nvCxnSpPr>
        <p:spPr>
          <a:xfrm flipH="1">
            <a:off x="4349880" y="2304454"/>
            <a:ext cx="3216250" cy="1612512"/>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7A32FCB0-4898-8F6B-8635-22BC1F3F7F6F}"/>
              </a:ext>
            </a:extLst>
          </p:cNvPr>
          <p:cNvSpPr txBox="1"/>
          <p:nvPr/>
        </p:nvSpPr>
        <p:spPr>
          <a:xfrm>
            <a:off x="5807567" y="5445694"/>
            <a:ext cx="423514" cy="523220"/>
          </a:xfrm>
          <a:prstGeom prst="rect">
            <a:avLst/>
          </a:prstGeom>
          <a:noFill/>
        </p:spPr>
        <p:txBody>
          <a:bodyPr wrap="none" rtlCol="0">
            <a:spAutoFit/>
          </a:bodyPr>
          <a:lstStyle/>
          <a:p>
            <a:r>
              <a:rPr lang="en-US" altLang="ko-KR" sz="2800" dirty="0">
                <a:solidFill>
                  <a:srgbClr val="C00000"/>
                </a:solidFill>
              </a:rPr>
              <a:t>+</a:t>
            </a:r>
            <a:endParaRPr lang="ko-KR" altLang="en-US" sz="2800" dirty="0">
              <a:solidFill>
                <a:srgbClr val="C00000"/>
              </a:solidFill>
            </a:endParaRPr>
          </a:p>
        </p:txBody>
      </p:sp>
      <p:sp>
        <p:nvSpPr>
          <p:cNvPr id="3" name="직사각형 2">
            <a:extLst>
              <a:ext uri="{FF2B5EF4-FFF2-40B4-BE49-F238E27FC236}">
                <a16:creationId xmlns:a16="http://schemas.microsoft.com/office/drawing/2014/main" id="{2CF579E7-2C8E-348D-3699-D845E59CB102}"/>
              </a:ext>
            </a:extLst>
          </p:cNvPr>
          <p:cNvSpPr/>
          <p:nvPr/>
        </p:nvSpPr>
        <p:spPr>
          <a:xfrm>
            <a:off x="988934" y="1296218"/>
            <a:ext cx="576064" cy="340667"/>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51" name="직선 화살표 연결선 50">
            <a:extLst>
              <a:ext uri="{FF2B5EF4-FFF2-40B4-BE49-F238E27FC236}">
                <a16:creationId xmlns:a16="http://schemas.microsoft.com/office/drawing/2014/main" id="{BA891F5E-95DD-F982-EAC4-5FD9B0F58079}"/>
              </a:ext>
            </a:extLst>
          </p:cNvPr>
          <p:cNvCxnSpPr>
            <a:cxnSpLocks/>
            <a:endCxn id="3" idx="2"/>
          </p:cNvCxnSpPr>
          <p:nvPr/>
        </p:nvCxnSpPr>
        <p:spPr>
          <a:xfrm flipV="1">
            <a:off x="1276966" y="1636885"/>
            <a:ext cx="0" cy="371014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직선 화살표 연결선 11">
            <a:extLst>
              <a:ext uri="{FF2B5EF4-FFF2-40B4-BE49-F238E27FC236}">
                <a16:creationId xmlns:a16="http://schemas.microsoft.com/office/drawing/2014/main" id="{8C1E233E-FDB1-4A50-AAE5-6F0E6918E51D}"/>
              </a:ext>
            </a:extLst>
          </p:cNvPr>
          <p:cNvCxnSpPr>
            <a:cxnSpLocks/>
            <a:stCxn id="3" idx="2"/>
          </p:cNvCxnSpPr>
          <p:nvPr/>
        </p:nvCxnSpPr>
        <p:spPr>
          <a:xfrm>
            <a:off x="1276966" y="1636885"/>
            <a:ext cx="978120" cy="2188494"/>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15" name="그림 14">
            <a:extLst>
              <a:ext uri="{FF2B5EF4-FFF2-40B4-BE49-F238E27FC236}">
                <a16:creationId xmlns:a16="http://schemas.microsoft.com/office/drawing/2014/main" id="{E4EF12F8-0E69-AB6F-837A-298ADFC48666}"/>
              </a:ext>
            </a:extLst>
          </p:cNvPr>
          <p:cNvPicPr>
            <a:picLocks noChangeAspect="1"/>
          </p:cNvPicPr>
          <p:nvPr/>
        </p:nvPicPr>
        <p:blipFill>
          <a:blip r:embed="rId3"/>
          <a:stretch>
            <a:fillRect/>
          </a:stretch>
        </p:blipFill>
        <p:spPr>
          <a:xfrm>
            <a:off x="4905802" y="1494933"/>
            <a:ext cx="1456594" cy="811872"/>
          </a:xfrm>
          <a:prstGeom prst="rect">
            <a:avLst/>
          </a:prstGeom>
        </p:spPr>
      </p:pic>
      <p:pic>
        <p:nvPicPr>
          <p:cNvPr id="18" name="그림 17">
            <a:extLst>
              <a:ext uri="{FF2B5EF4-FFF2-40B4-BE49-F238E27FC236}">
                <a16:creationId xmlns:a16="http://schemas.microsoft.com/office/drawing/2014/main" id="{9507C7A2-FCB5-7084-5A10-126C1A757281}"/>
              </a:ext>
            </a:extLst>
          </p:cNvPr>
          <p:cNvPicPr>
            <a:picLocks noChangeAspect="1"/>
          </p:cNvPicPr>
          <p:nvPr/>
        </p:nvPicPr>
        <p:blipFill>
          <a:blip r:embed="rId4"/>
          <a:stretch>
            <a:fillRect/>
          </a:stretch>
        </p:blipFill>
        <p:spPr>
          <a:xfrm>
            <a:off x="6837833" y="1492582"/>
            <a:ext cx="1456594" cy="811872"/>
          </a:xfrm>
          <a:prstGeom prst="rect">
            <a:avLst/>
          </a:prstGeom>
        </p:spPr>
      </p:pic>
      <p:pic>
        <p:nvPicPr>
          <p:cNvPr id="22" name="그림 21">
            <a:extLst>
              <a:ext uri="{FF2B5EF4-FFF2-40B4-BE49-F238E27FC236}">
                <a16:creationId xmlns:a16="http://schemas.microsoft.com/office/drawing/2014/main" id="{F6BF7F2C-26D7-5B8A-C202-D39CE7EB690E}"/>
              </a:ext>
            </a:extLst>
          </p:cNvPr>
          <p:cNvPicPr>
            <a:picLocks noChangeAspect="1"/>
          </p:cNvPicPr>
          <p:nvPr/>
        </p:nvPicPr>
        <p:blipFill>
          <a:blip r:embed="rId5"/>
          <a:stretch>
            <a:fillRect/>
          </a:stretch>
        </p:blipFill>
        <p:spPr>
          <a:xfrm>
            <a:off x="6859822" y="3896742"/>
            <a:ext cx="1456594" cy="837542"/>
          </a:xfrm>
          <a:prstGeom prst="rect">
            <a:avLst/>
          </a:prstGeom>
        </p:spPr>
      </p:pic>
      <p:pic>
        <p:nvPicPr>
          <p:cNvPr id="25" name="그림 24">
            <a:extLst>
              <a:ext uri="{FF2B5EF4-FFF2-40B4-BE49-F238E27FC236}">
                <a16:creationId xmlns:a16="http://schemas.microsoft.com/office/drawing/2014/main" id="{B8F0A1A7-DC43-F950-D5FA-EC47A0BA42A4}"/>
              </a:ext>
            </a:extLst>
          </p:cNvPr>
          <p:cNvPicPr>
            <a:picLocks noChangeAspect="1"/>
          </p:cNvPicPr>
          <p:nvPr/>
        </p:nvPicPr>
        <p:blipFill>
          <a:blip r:embed="rId6"/>
          <a:stretch>
            <a:fillRect/>
          </a:stretch>
        </p:blipFill>
        <p:spPr>
          <a:xfrm>
            <a:off x="3644412" y="3916966"/>
            <a:ext cx="1410936" cy="804583"/>
          </a:xfrm>
          <a:prstGeom prst="rect">
            <a:avLst/>
          </a:prstGeom>
          <a:ln>
            <a:solidFill>
              <a:schemeClr val="tx1">
                <a:lumMod val="50000"/>
                <a:lumOff val="50000"/>
              </a:schemeClr>
            </a:solidFill>
          </a:ln>
        </p:spPr>
      </p:pic>
      <p:sp>
        <p:nvSpPr>
          <p:cNvPr id="7" name="TextBox 6">
            <a:extLst>
              <a:ext uri="{FF2B5EF4-FFF2-40B4-BE49-F238E27FC236}">
                <a16:creationId xmlns:a16="http://schemas.microsoft.com/office/drawing/2014/main" id="{5443E8EA-A380-EB27-2C62-39BFB850B422}"/>
              </a:ext>
            </a:extLst>
          </p:cNvPr>
          <p:cNvSpPr txBox="1"/>
          <p:nvPr/>
        </p:nvSpPr>
        <p:spPr>
          <a:xfrm>
            <a:off x="7142600" y="3835533"/>
            <a:ext cx="973343" cy="276999"/>
          </a:xfrm>
          <a:prstGeom prst="rect">
            <a:avLst/>
          </a:prstGeom>
          <a:noFill/>
        </p:spPr>
        <p:txBody>
          <a:bodyPr wrap="none" rtlCol="0">
            <a:spAutoFit/>
          </a:bodyPr>
          <a:lstStyle/>
          <a:p>
            <a:r>
              <a:rPr lang="en-US" altLang="ko-KR" sz="1200" dirty="0" err="1">
                <a:solidFill>
                  <a:schemeClr val="bg1"/>
                </a:solidFill>
                <a:latin typeface="맑은 고딕" panose="020B0503020000020004" pitchFamily="50" charset="-127"/>
                <a:ea typeface="맑은 고딕" panose="020B0503020000020004" pitchFamily="50" charset="-127"/>
              </a:rPr>
              <a:t>black_mask</a:t>
            </a:r>
            <a:endParaRPr lang="ko-KR" altLang="en-US" sz="1200" dirty="0">
              <a:solidFill>
                <a:schemeClr val="bg1"/>
              </a:solidFill>
              <a:latin typeface="맑은 고딕" panose="020B0503020000020004" pitchFamily="50" charset="-127"/>
              <a:ea typeface="맑은 고딕" panose="020B0503020000020004" pitchFamily="50" charset="-127"/>
            </a:endParaRPr>
          </a:p>
        </p:txBody>
      </p:sp>
      <p:sp>
        <p:nvSpPr>
          <p:cNvPr id="63" name="TextBox 62">
            <a:extLst>
              <a:ext uri="{FF2B5EF4-FFF2-40B4-BE49-F238E27FC236}">
                <a16:creationId xmlns:a16="http://schemas.microsoft.com/office/drawing/2014/main" id="{C5534A1A-FE1E-44FF-9191-9F44FB83A65C}"/>
              </a:ext>
            </a:extLst>
          </p:cNvPr>
          <p:cNvSpPr txBox="1"/>
          <p:nvPr/>
        </p:nvSpPr>
        <p:spPr>
          <a:xfrm>
            <a:off x="3585511" y="3810249"/>
            <a:ext cx="986489" cy="276999"/>
          </a:xfrm>
          <a:prstGeom prst="rect">
            <a:avLst/>
          </a:prstGeom>
          <a:noFill/>
        </p:spPr>
        <p:txBody>
          <a:bodyPr wrap="none" rtlCol="0">
            <a:spAutoFit/>
          </a:bodyPr>
          <a:lstStyle/>
          <a:p>
            <a:r>
              <a:rPr lang="en-US" altLang="ko-KR" sz="1200" dirty="0" err="1">
                <a:solidFill>
                  <a:schemeClr val="bg1">
                    <a:lumMod val="50000"/>
                  </a:schemeClr>
                </a:solidFill>
                <a:latin typeface="맑은 고딕" panose="020B0503020000020004" pitchFamily="50" charset="-127"/>
                <a:ea typeface="맑은 고딕" panose="020B0503020000020004" pitchFamily="50" charset="-127"/>
              </a:rPr>
              <a:t>white_mask</a:t>
            </a:r>
            <a:endParaRPr lang="ko-KR" altLang="en-US" sz="1200" dirty="0">
              <a:solidFill>
                <a:schemeClr val="bg1">
                  <a:lumMod val="50000"/>
                </a:schemeClr>
              </a:solidFill>
              <a:latin typeface="맑은 고딕" panose="020B0503020000020004" pitchFamily="50" charset="-127"/>
              <a:ea typeface="맑은 고딕" panose="020B0503020000020004" pitchFamily="50" charset="-127"/>
            </a:endParaRPr>
          </a:p>
        </p:txBody>
      </p:sp>
      <p:pic>
        <p:nvPicPr>
          <p:cNvPr id="28" name="그림 27">
            <a:extLst>
              <a:ext uri="{FF2B5EF4-FFF2-40B4-BE49-F238E27FC236}">
                <a16:creationId xmlns:a16="http://schemas.microsoft.com/office/drawing/2014/main" id="{D47F2F68-0F09-23A7-6A77-2399EB41F963}"/>
              </a:ext>
            </a:extLst>
          </p:cNvPr>
          <p:cNvPicPr>
            <a:picLocks noChangeAspect="1"/>
          </p:cNvPicPr>
          <p:nvPr/>
        </p:nvPicPr>
        <p:blipFill>
          <a:blip r:embed="rId7"/>
          <a:stretch>
            <a:fillRect/>
          </a:stretch>
        </p:blipFill>
        <p:spPr>
          <a:xfrm>
            <a:off x="6495598" y="5309847"/>
            <a:ext cx="1508261" cy="842112"/>
          </a:xfrm>
          <a:prstGeom prst="rect">
            <a:avLst/>
          </a:prstGeom>
        </p:spPr>
      </p:pic>
      <p:pic>
        <p:nvPicPr>
          <p:cNvPr id="30" name="그림 29">
            <a:extLst>
              <a:ext uri="{FF2B5EF4-FFF2-40B4-BE49-F238E27FC236}">
                <a16:creationId xmlns:a16="http://schemas.microsoft.com/office/drawing/2014/main" id="{0786CE74-A768-C77F-11F1-303567E5A21F}"/>
              </a:ext>
            </a:extLst>
          </p:cNvPr>
          <p:cNvPicPr>
            <a:picLocks noChangeAspect="1"/>
          </p:cNvPicPr>
          <p:nvPr/>
        </p:nvPicPr>
        <p:blipFill>
          <a:blip r:embed="rId8"/>
          <a:stretch>
            <a:fillRect/>
          </a:stretch>
        </p:blipFill>
        <p:spPr>
          <a:xfrm>
            <a:off x="3930883" y="5323311"/>
            <a:ext cx="1562663" cy="883801"/>
          </a:xfrm>
          <a:prstGeom prst="rect">
            <a:avLst/>
          </a:prstGeom>
        </p:spPr>
      </p:pic>
      <p:pic>
        <p:nvPicPr>
          <p:cNvPr id="32" name="그림 31">
            <a:extLst>
              <a:ext uri="{FF2B5EF4-FFF2-40B4-BE49-F238E27FC236}">
                <a16:creationId xmlns:a16="http://schemas.microsoft.com/office/drawing/2014/main" id="{F9B5FCFB-A51C-F977-9B94-81482197D48C}"/>
              </a:ext>
            </a:extLst>
          </p:cNvPr>
          <p:cNvPicPr>
            <a:picLocks noChangeAspect="1"/>
          </p:cNvPicPr>
          <p:nvPr/>
        </p:nvPicPr>
        <p:blipFill>
          <a:blip r:embed="rId9"/>
          <a:stretch>
            <a:fillRect/>
          </a:stretch>
        </p:blipFill>
        <p:spPr>
          <a:xfrm>
            <a:off x="988934" y="5347025"/>
            <a:ext cx="1338765" cy="752364"/>
          </a:xfrm>
          <a:prstGeom prst="rect">
            <a:avLst/>
          </a:prstGeom>
        </p:spPr>
      </p:pic>
      <p:pic>
        <p:nvPicPr>
          <p:cNvPr id="35" name="그림 34">
            <a:extLst>
              <a:ext uri="{FF2B5EF4-FFF2-40B4-BE49-F238E27FC236}">
                <a16:creationId xmlns:a16="http://schemas.microsoft.com/office/drawing/2014/main" id="{B69EDBEB-9A68-DA42-0617-751ADF835C24}"/>
              </a:ext>
            </a:extLst>
          </p:cNvPr>
          <p:cNvPicPr>
            <a:picLocks noChangeAspect="1"/>
          </p:cNvPicPr>
          <p:nvPr/>
        </p:nvPicPr>
        <p:blipFill>
          <a:blip r:embed="rId10"/>
          <a:stretch>
            <a:fillRect/>
          </a:stretch>
        </p:blipFill>
        <p:spPr>
          <a:xfrm>
            <a:off x="1570432" y="3890493"/>
            <a:ext cx="1432713" cy="811871"/>
          </a:xfrm>
          <a:prstGeom prst="rect">
            <a:avLst/>
          </a:prstGeom>
        </p:spPr>
      </p:pic>
      <p:sp>
        <p:nvSpPr>
          <p:cNvPr id="5" name="TextBox 4">
            <a:extLst>
              <a:ext uri="{FF2B5EF4-FFF2-40B4-BE49-F238E27FC236}">
                <a16:creationId xmlns:a16="http://schemas.microsoft.com/office/drawing/2014/main" id="{5A602037-AB25-9C56-305A-EBC6AAABEE8D}"/>
              </a:ext>
            </a:extLst>
          </p:cNvPr>
          <p:cNvSpPr txBox="1"/>
          <p:nvPr/>
        </p:nvSpPr>
        <p:spPr>
          <a:xfrm>
            <a:off x="1522184" y="3872109"/>
            <a:ext cx="368434" cy="276999"/>
          </a:xfrm>
          <a:prstGeom prst="rect">
            <a:avLst/>
          </a:prstGeom>
          <a:noFill/>
        </p:spPr>
        <p:txBody>
          <a:bodyPr wrap="none" rtlCol="0">
            <a:spAutoFit/>
          </a:bodyPr>
          <a:lstStyle/>
          <a:p>
            <a:r>
              <a:rPr lang="en-US" altLang="ko-KR" sz="1200" dirty="0" err="1">
                <a:solidFill>
                  <a:schemeClr val="bg1"/>
                </a:solidFill>
                <a:latin typeface="맑은 고딕" panose="020B0503020000020004" pitchFamily="50" charset="-127"/>
                <a:ea typeface="맑은 고딕" panose="020B0503020000020004" pitchFamily="50" charset="-127"/>
              </a:rPr>
              <a:t>roi</a:t>
            </a:r>
            <a:endParaRPr lang="ko-KR" altLang="en-US" sz="1200" dirty="0">
              <a:solidFill>
                <a:schemeClr val="bg1"/>
              </a:solidFill>
              <a:latin typeface="맑은 고딕" panose="020B0503020000020004" pitchFamily="50" charset="-127"/>
              <a:ea typeface="맑은 고딕" panose="020B0503020000020004" pitchFamily="50" charset="-127"/>
            </a:endParaRPr>
          </a:p>
        </p:txBody>
      </p:sp>
      <p:cxnSp>
        <p:nvCxnSpPr>
          <p:cNvPr id="33" name="직선 화살표 연결선 32">
            <a:extLst>
              <a:ext uri="{FF2B5EF4-FFF2-40B4-BE49-F238E27FC236}">
                <a16:creationId xmlns:a16="http://schemas.microsoft.com/office/drawing/2014/main" id="{9AC86671-A50C-19F0-F986-53CC671CF46D}"/>
              </a:ext>
            </a:extLst>
          </p:cNvPr>
          <p:cNvCxnSpPr>
            <a:cxnSpLocks/>
            <a:stCxn id="35" idx="3"/>
            <a:endCxn id="30" idx="0"/>
          </p:cNvCxnSpPr>
          <p:nvPr/>
        </p:nvCxnSpPr>
        <p:spPr>
          <a:xfrm>
            <a:off x="3003145" y="4296429"/>
            <a:ext cx="1709070" cy="1026882"/>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0" name="직선 화살표 연결선 49">
            <a:extLst>
              <a:ext uri="{FF2B5EF4-FFF2-40B4-BE49-F238E27FC236}">
                <a16:creationId xmlns:a16="http://schemas.microsoft.com/office/drawing/2014/main" id="{025977F4-4BAA-6A99-1117-DE0E2751286D}"/>
              </a:ext>
            </a:extLst>
          </p:cNvPr>
          <p:cNvCxnSpPr>
            <a:cxnSpLocks/>
          </p:cNvCxnSpPr>
          <p:nvPr/>
        </p:nvCxnSpPr>
        <p:spPr>
          <a:xfrm flipH="1">
            <a:off x="2340444" y="5714923"/>
            <a:ext cx="1458928" cy="8284"/>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직선 화살표 연결선 38">
            <a:extLst>
              <a:ext uri="{FF2B5EF4-FFF2-40B4-BE49-F238E27FC236}">
                <a16:creationId xmlns:a16="http://schemas.microsoft.com/office/drawing/2014/main" id="{F5E4C2E5-52AD-7B79-BF41-2FD7798FCBFB}"/>
              </a:ext>
            </a:extLst>
          </p:cNvPr>
          <p:cNvCxnSpPr>
            <a:cxnSpLocks/>
            <a:stCxn id="22" idx="2"/>
            <a:endCxn id="28" idx="0"/>
          </p:cNvCxnSpPr>
          <p:nvPr/>
        </p:nvCxnSpPr>
        <p:spPr>
          <a:xfrm flipH="1">
            <a:off x="7249729" y="4734284"/>
            <a:ext cx="338390" cy="575563"/>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직선 화살표 연결선 41">
            <a:extLst>
              <a:ext uri="{FF2B5EF4-FFF2-40B4-BE49-F238E27FC236}">
                <a16:creationId xmlns:a16="http://schemas.microsoft.com/office/drawing/2014/main" id="{F3D8CF91-F09C-BF70-08D8-218C61738488}"/>
              </a:ext>
            </a:extLst>
          </p:cNvPr>
          <p:cNvCxnSpPr>
            <a:cxnSpLocks/>
            <a:stCxn id="15" idx="2"/>
            <a:endCxn id="28" idx="0"/>
          </p:cNvCxnSpPr>
          <p:nvPr/>
        </p:nvCxnSpPr>
        <p:spPr>
          <a:xfrm>
            <a:off x="5634099" y="2306805"/>
            <a:ext cx="1615630" cy="3003042"/>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0448F161-1A34-3F0B-00B8-D01282FCDD5B}"/>
              </a:ext>
            </a:extLst>
          </p:cNvPr>
          <p:cNvSpPr txBox="1"/>
          <p:nvPr/>
        </p:nvSpPr>
        <p:spPr>
          <a:xfrm>
            <a:off x="6462943" y="5233476"/>
            <a:ext cx="1103187" cy="276999"/>
          </a:xfrm>
          <a:prstGeom prst="rect">
            <a:avLst/>
          </a:prstGeom>
          <a:noFill/>
        </p:spPr>
        <p:txBody>
          <a:bodyPr wrap="none" rtlCol="0">
            <a:spAutoFit/>
          </a:bodyPr>
          <a:lstStyle/>
          <a:p>
            <a:r>
              <a:rPr lang="en-US" altLang="ko-KR" sz="1200" dirty="0" err="1">
                <a:solidFill>
                  <a:schemeClr val="bg1"/>
                </a:solidFill>
                <a:latin typeface="맑은 고딕" panose="020B0503020000020004" pitchFamily="50" charset="-127"/>
                <a:ea typeface="맑은 고딕" panose="020B0503020000020004" pitchFamily="50" charset="-127"/>
              </a:rPr>
              <a:t>airplane_only</a:t>
            </a:r>
            <a:endParaRPr lang="ko-KR" altLang="en-US" sz="1200" dirty="0">
              <a:solidFill>
                <a:schemeClr val="bg1"/>
              </a:solidFill>
              <a:latin typeface="맑은 고딕" panose="020B0503020000020004" pitchFamily="50" charset="-127"/>
              <a:ea typeface="맑은 고딕" panose="020B0503020000020004" pitchFamily="50" charset="-127"/>
            </a:endParaRPr>
          </a:p>
        </p:txBody>
      </p:sp>
      <p:cxnSp>
        <p:nvCxnSpPr>
          <p:cNvPr id="36" name="직선 화살표 연결선 35">
            <a:extLst>
              <a:ext uri="{FF2B5EF4-FFF2-40B4-BE49-F238E27FC236}">
                <a16:creationId xmlns:a16="http://schemas.microsoft.com/office/drawing/2014/main" id="{4273D3C4-C809-4448-034D-C81AC71DD1CC}"/>
              </a:ext>
            </a:extLst>
          </p:cNvPr>
          <p:cNvCxnSpPr>
            <a:cxnSpLocks/>
            <a:stCxn id="25" idx="2"/>
            <a:endCxn id="30" idx="0"/>
          </p:cNvCxnSpPr>
          <p:nvPr/>
        </p:nvCxnSpPr>
        <p:spPr>
          <a:xfrm>
            <a:off x="4349880" y="4721549"/>
            <a:ext cx="362335" cy="601762"/>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3680EC67-3384-D471-A297-D159B37B1A33}"/>
              </a:ext>
            </a:extLst>
          </p:cNvPr>
          <p:cNvSpPr txBox="1"/>
          <p:nvPr/>
        </p:nvSpPr>
        <p:spPr>
          <a:xfrm>
            <a:off x="4251286" y="5267342"/>
            <a:ext cx="1291764" cy="276999"/>
          </a:xfrm>
          <a:prstGeom prst="rect">
            <a:avLst/>
          </a:prstGeom>
          <a:noFill/>
        </p:spPr>
        <p:txBody>
          <a:bodyPr wrap="none" rtlCol="0">
            <a:spAutoFit/>
          </a:bodyPr>
          <a:lstStyle/>
          <a:p>
            <a:r>
              <a:rPr lang="en-US" altLang="ko-KR" sz="1200" dirty="0" err="1">
                <a:solidFill>
                  <a:schemeClr val="bg1"/>
                </a:solidFill>
                <a:latin typeface="맑은 고딕" panose="020B0503020000020004" pitchFamily="50" charset="-127"/>
                <a:ea typeface="맑은 고딕" panose="020B0503020000020004" pitchFamily="50" charset="-127"/>
              </a:rPr>
              <a:t>roi_not_airplane</a:t>
            </a:r>
            <a:endParaRPr lang="ko-KR" altLang="en-US" sz="1200" dirty="0">
              <a:solidFill>
                <a:schemeClr val="bg1"/>
              </a:solidFill>
              <a:latin typeface="맑은 고딕" panose="020B0503020000020004" pitchFamily="50" charset="-127"/>
              <a:ea typeface="맑은 고딕" panose="020B0503020000020004" pitchFamily="50" charset="-127"/>
            </a:endParaRPr>
          </a:p>
        </p:txBody>
      </p:sp>
      <p:sp>
        <p:nvSpPr>
          <p:cNvPr id="11" name="TextBox 10">
            <a:extLst>
              <a:ext uri="{FF2B5EF4-FFF2-40B4-BE49-F238E27FC236}">
                <a16:creationId xmlns:a16="http://schemas.microsoft.com/office/drawing/2014/main" id="{29E3C149-FF5F-CB68-F528-B91F5DB0B1F3}"/>
              </a:ext>
            </a:extLst>
          </p:cNvPr>
          <p:cNvSpPr txBox="1"/>
          <p:nvPr/>
        </p:nvSpPr>
        <p:spPr>
          <a:xfrm>
            <a:off x="1140141" y="5246256"/>
            <a:ext cx="816698" cy="276999"/>
          </a:xfrm>
          <a:prstGeom prst="rect">
            <a:avLst/>
          </a:prstGeom>
          <a:noFill/>
        </p:spPr>
        <p:txBody>
          <a:bodyPr wrap="none" rtlCol="0">
            <a:spAutoFit/>
          </a:bodyPr>
          <a:lstStyle/>
          <a:p>
            <a:r>
              <a:rPr lang="en-US" altLang="ko-KR" sz="1200" dirty="0" err="1">
                <a:solidFill>
                  <a:schemeClr val="bg1"/>
                </a:solidFill>
                <a:latin typeface="맑은 고딕" panose="020B0503020000020004" pitchFamily="50" charset="-127"/>
                <a:ea typeface="맑은 고딕" panose="020B0503020000020004" pitchFamily="50" charset="-127"/>
              </a:rPr>
              <a:t>roi_result</a:t>
            </a:r>
            <a:endParaRPr lang="ko-KR" altLang="en-US" sz="1200" dirty="0">
              <a:solidFill>
                <a:schemeClr val="bg1"/>
              </a:solidFill>
              <a:latin typeface="맑은 고딕" panose="020B0503020000020004" pitchFamily="50" charset="-127"/>
              <a:ea typeface="맑은 고딕" panose="020B0503020000020004" pitchFamily="50" charset="-127"/>
            </a:endParaRPr>
          </a:p>
        </p:txBody>
      </p:sp>
      <p:cxnSp>
        <p:nvCxnSpPr>
          <p:cNvPr id="38" name="직선 화살표 연결선 37">
            <a:extLst>
              <a:ext uri="{FF2B5EF4-FFF2-40B4-BE49-F238E27FC236}">
                <a16:creationId xmlns:a16="http://schemas.microsoft.com/office/drawing/2014/main" id="{B271BBD8-B9F1-FEE7-203F-2EE6672D6D8A}"/>
              </a:ext>
            </a:extLst>
          </p:cNvPr>
          <p:cNvCxnSpPr>
            <a:cxnSpLocks/>
            <a:stCxn id="15" idx="3"/>
            <a:endCxn id="18" idx="1"/>
          </p:cNvCxnSpPr>
          <p:nvPr/>
        </p:nvCxnSpPr>
        <p:spPr>
          <a:xfrm flipV="1">
            <a:off x="6362396" y="1898518"/>
            <a:ext cx="475437" cy="2351"/>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직선 화살표 연결선 46">
            <a:extLst>
              <a:ext uri="{FF2B5EF4-FFF2-40B4-BE49-F238E27FC236}">
                <a16:creationId xmlns:a16="http://schemas.microsoft.com/office/drawing/2014/main" id="{4E1CC8AA-010B-7996-512C-C96F9DDB520C}"/>
              </a:ext>
            </a:extLst>
          </p:cNvPr>
          <p:cNvCxnSpPr>
            <a:cxnSpLocks/>
            <a:stCxn id="25" idx="3"/>
            <a:endCxn id="22" idx="1"/>
          </p:cNvCxnSpPr>
          <p:nvPr/>
        </p:nvCxnSpPr>
        <p:spPr>
          <a:xfrm flipV="1">
            <a:off x="5055348" y="4315513"/>
            <a:ext cx="1804474" cy="3745"/>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9935231"/>
      </p:ext>
    </p:extLst>
  </p:cSld>
  <p:clrMapOvr>
    <a:masterClrMapping/>
  </p:clrMapOvr>
  <p:transition>
    <p:diamond/>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988046B-407C-72FA-A735-B7173C76E58D}"/>
              </a:ext>
            </a:extLst>
          </p:cNvPr>
          <p:cNvSpPr>
            <a:spLocks noGrp="1"/>
          </p:cNvSpPr>
          <p:nvPr>
            <p:ph type="title"/>
          </p:nvPr>
        </p:nvSpPr>
        <p:spPr/>
        <p:txBody>
          <a:bodyPr/>
          <a:lstStyle/>
          <a:p>
            <a:r>
              <a:rPr lang="en-US" altLang="ko-KR" dirty="0"/>
              <a:t>[</a:t>
            </a:r>
            <a:r>
              <a:rPr lang="ko-KR" altLang="en-US" dirty="0"/>
              <a:t>실습</a:t>
            </a:r>
            <a:r>
              <a:rPr lang="en-US" altLang="ko-KR" dirty="0"/>
              <a:t>10] </a:t>
            </a:r>
            <a:r>
              <a:rPr lang="ko-KR" altLang="en-US" dirty="0"/>
              <a:t>영상 합성</a:t>
            </a:r>
          </a:p>
        </p:txBody>
      </p:sp>
      <p:sp>
        <p:nvSpPr>
          <p:cNvPr id="4" name="슬라이드 번호 개체 틀 3">
            <a:extLst>
              <a:ext uri="{FF2B5EF4-FFF2-40B4-BE49-F238E27FC236}">
                <a16:creationId xmlns:a16="http://schemas.microsoft.com/office/drawing/2014/main" id="{56019343-E41C-59B1-2444-91253E63A568}"/>
              </a:ext>
            </a:extLst>
          </p:cNvPr>
          <p:cNvSpPr>
            <a:spLocks noGrp="1"/>
          </p:cNvSpPr>
          <p:nvPr>
            <p:ph type="sldNum" sz="quarter" idx="10"/>
          </p:nvPr>
        </p:nvSpPr>
        <p:spPr/>
        <p:txBody>
          <a:bodyPr/>
          <a:lstStyle/>
          <a:p>
            <a:fld id="{0662DF40-CD95-4196-B16C-EF23877BEF64}" type="slidenum">
              <a:rPr lang="en-US" altLang="ko-KR" smtClean="0"/>
              <a:pPr/>
              <a:t>44</a:t>
            </a:fld>
            <a:endParaRPr lang="en-US" altLang="ko-KR"/>
          </a:p>
        </p:txBody>
      </p:sp>
      <p:pic>
        <p:nvPicPr>
          <p:cNvPr id="8" name="그림 7">
            <a:extLst>
              <a:ext uri="{FF2B5EF4-FFF2-40B4-BE49-F238E27FC236}">
                <a16:creationId xmlns:a16="http://schemas.microsoft.com/office/drawing/2014/main" id="{58B0DBE7-1BE1-5942-6529-931F9E4EC02A}"/>
              </a:ext>
            </a:extLst>
          </p:cNvPr>
          <p:cNvPicPr>
            <a:picLocks noChangeAspect="1"/>
          </p:cNvPicPr>
          <p:nvPr/>
        </p:nvPicPr>
        <p:blipFill>
          <a:blip r:embed="rId2"/>
          <a:stretch>
            <a:fillRect/>
          </a:stretch>
        </p:blipFill>
        <p:spPr>
          <a:xfrm>
            <a:off x="136715" y="1016690"/>
            <a:ext cx="6197549" cy="3492430"/>
          </a:xfrm>
          <a:prstGeom prst="rect">
            <a:avLst/>
          </a:prstGeom>
          <a:ln>
            <a:solidFill>
              <a:schemeClr val="tx1">
                <a:lumMod val="50000"/>
                <a:lumOff val="50000"/>
              </a:schemeClr>
            </a:solidFill>
          </a:ln>
        </p:spPr>
      </p:pic>
      <p:pic>
        <p:nvPicPr>
          <p:cNvPr id="11" name="그림 10">
            <a:extLst>
              <a:ext uri="{FF2B5EF4-FFF2-40B4-BE49-F238E27FC236}">
                <a16:creationId xmlns:a16="http://schemas.microsoft.com/office/drawing/2014/main" id="{F76F2DA9-A51A-6099-2D8B-CA722778B470}"/>
              </a:ext>
            </a:extLst>
          </p:cNvPr>
          <p:cNvPicPr>
            <a:picLocks noChangeAspect="1"/>
          </p:cNvPicPr>
          <p:nvPr/>
        </p:nvPicPr>
        <p:blipFill>
          <a:blip r:embed="rId3"/>
          <a:stretch>
            <a:fillRect/>
          </a:stretch>
        </p:blipFill>
        <p:spPr>
          <a:xfrm>
            <a:off x="917836" y="5603104"/>
            <a:ext cx="1456594" cy="811872"/>
          </a:xfrm>
          <a:prstGeom prst="rect">
            <a:avLst/>
          </a:prstGeom>
        </p:spPr>
      </p:pic>
      <p:pic>
        <p:nvPicPr>
          <p:cNvPr id="12" name="그림 11">
            <a:extLst>
              <a:ext uri="{FF2B5EF4-FFF2-40B4-BE49-F238E27FC236}">
                <a16:creationId xmlns:a16="http://schemas.microsoft.com/office/drawing/2014/main" id="{547C9953-C6D1-888E-CF52-B404AC77FE87}"/>
              </a:ext>
            </a:extLst>
          </p:cNvPr>
          <p:cNvPicPr>
            <a:picLocks noChangeAspect="1"/>
          </p:cNvPicPr>
          <p:nvPr/>
        </p:nvPicPr>
        <p:blipFill>
          <a:blip r:embed="rId4"/>
          <a:stretch>
            <a:fillRect/>
          </a:stretch>
        </p:blipFill>
        <p:spPr>
          <a:xfrm>
            <a:off x="2849867" y="5600753"/>
            <a:ext cx="1456594" cy="811872"/>
          </a:xfrm>
          <a:prstGeom prst="rect">
            <a:avLst/>
          </a:prstGeom>
        </p:spPr>
      </p:pic>
      <p:cxnSp>
        <p:nvCxnSpPr>
          <p:cNvPr id="13" name="직선 화살표 연결선 12">
            <a:extLst>
              <a:ext uri="{FF2B5EF4-FFF2-40B4-BE49-F238E27FC236}">
                <a16:creationId xmlns:a16="http://schemas.microsoft.com/office/drawing/2014/main" id="{0262D22A-1BFD-BB7D-62CB-1E9F5C2BC3CC}"/>
              </a:ext>
            </a:extLst>
          </p:cNvPr>
          <p:cNvCxnSpPr>
            <a:cxnSpLocks/>
            <a:stCxn id="11" idx="3"/>
            <a:endCxn id="12" idx="1"/>
          </p:cNvCxnSpPr>
          <p:nvPr/>
        </p:nvCxnSpPr>
        <p:spPr>
          <a:xfrm flipV="1">
            <a:off x="2374430" y="6006689"/>
            <a:ext cx="475437" cy="2351"/>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10" name="그림 9">
            <a:extLst>
              <a:ext uri="{FF2B5EF4-FFF2-40B4-BE49-F238E27FC236}">
                <a16:creationId xmlns:a16="http://schemas.microsoft.com/office/drawing/2014/main" id="{466FF592-9B62-C503-1C1B-4E18D66F4FB7}"/>
              </a:ext>
            </a:extLst>
          </p:cNvPr>
          <p:cNvPicPr>
            <a:picLocks noChangeAspect="1"/>
          </p:cNvPicPr>
          <p:nvPr/>
        </p:nvPicPr>
        <p:blipFill>
          <a:blip r:embed="rId5"/>
          <a:stretch>
            <a:fillRect/>
          </a:stretch>
        </p:blipFill>
        <p:spPr>
          <a:xfrm>
            <a:off x="5076055" y="4379345"/>
            <a:ext cx="3699959" cy="2065967"/>
          </a:xfrm>
          <a:prstGeom prst="rect">
            <a:avLst/>
          </a:prstGeom>
          <a:ln>
            <a:solidFill>
              <a:schemeClr val="tx1">
                <a:lumMod val="50000"/>
                <a:lumOff val="50000"/>
              </a:schemeClr>
            </a:solidFill>
          </a:ln>
        </p:spPr>
      </p:pic>
    </p:spTree>
    <p:extLst>
      <p:ext uri="{BB962C8B-B14F-4D97-AF65-F5344CB8AC3E}">
        <p14:creationId xmlns:p14="http://schemas.microsoft.com/office/powerpoint/2010/main" val="3431292469"/>
      </p:ext>
    </p:extLst>
  </p:cSld>
  <p:clrMapOvr>
    <a:masterClrMapping/>
  </p:clrMapOvr>
  <p:transition>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par>
                                <p:cTn id="10" presetID="2" presetClass="entr" presetSubtype="4" fill="hold" nodeType="with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ppt_x"/>
                                          </p:val>
                                        </p:tav>
                                        <p:tav tm="100000">
                                          <p:val>
                                            <p:strVal val="#ppt_x"/>
                                          </p:val>
                                        </p:tav>
                                      </p:tavLst>
                                    </p:anim>
                                    <p:anim calcmode="lin" valueType="num">
                                      <p:cBhvr additive="base">
                                        <p:cTn id="13" dur="500" fill="hold"/>
                                        <p:tgtEl>
                                          <p:spTgt spid="11"/>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additive="base">
                                        <p:cTn id="16" dur="500" fill="hold"/>
                                        <p:tgtEl>
                                          <p:spTgt spid="12"/>
                                        </p:tgtEl>
                                        <p:attrNameLst>
                                          <p:attrName>ppt_x</p:attrName>
                                        </p:attrNameLst>
                                      </p:cBhvr>
                                      <p:tavLst>
                                        <p:tav tm="0">
                                          <p:val>
                                            <p:strVal val="#ppt_x"/>
                                          </p:val>
                                        </p:tav>
                                        <p:tav tm="100000">
                                          <p:val>
                                            <p:strVal val="#ppt_x"/>
                                          </p:val>
                                        </p:tav>
                                      </p:tavLst>
                                    </p:anim>
                                    <p:anim calcmode="lin" valueType="num">
                                      <p:cBhvr additive="base">
                                        <p:cTn id="17" dur="500" fill="hold"/>
                                        <p:tgtEl>
                                          <p:spTgt spid="12"/>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13"/>
                                        </p:tgtEl>
                                        <p:attrNameLst>
                                          <p:attrName>style.visibility</p:attrName>
                                        </p:attrNameLst>
                                      </p:cBhvr>
                                      <p:to>
                                        <p:strVal val="visible"/>
                                      </p:to>
                                    </p:set>
                                    <p:anim calcmode="lin" valueType="num">
                                      <p:cBhvr additive="base">
                                        <p:cTn id="20" dur="500" fill="hold"/>
                                        <p:tgtEl>
                                          <p:spTgt spid="13"/>
                                        </p:tgtEl>
                                        <p:attrNameLst>
                                          <p:attrName>ppt_x</p:attrName>
                                        </p:attrNameLst>
                                      </p:cBhvr>
                                      <p:tavLst>
                                        <p:tav tm="0">
                                          <p:val>
                                            <p:strVal val="#ppt_x"/>
                                          </p:val>
                                        </p:tav>
                                        <p:tav tm="100000">
                                          <p:val>
                                            <p:strVal val="#ppt_x"/>
                                          </p:val>
                                        </p:tav>
                                      </p:tavLst>
                                    </p:anim>
                                    <p:anim calcmode="lin" valueType="num">
                                      <p:cBhvr additive="base">
                                        <p:cTn id="21"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988046B-407C-72FA-A735-B7173C76E58D}"/>
              </a:ext>
            </a:extLst>
          </p:cNvPr>
          <p:cNvSpPr>
            <a:spLocks noGrp="1"/>
          </p:cNvSpPr>
          <p:nvPr>
            <p:ph type="title"/>
          </p:nvPr>
        </p:nvSpPr>
        <p:spPr/>
        <p:txBody>
          <a:bodyPr/>
          <a:lstStyle/>
          <a:p>
            <a:r>
              <a:rPr lang="en-US" altLang="ko-KR" dirty="0"/>
              <a:t>[</a:t>
            </a:r>
            <a:r>
              <a:rPr lang="ko-KR" altLang="en-US" dirty="0"/>
              <a:t>실습</a:t>
            </a:r>
            <a:r>
              <a:rPr lang="en-US" altLang="ko-KR" dirty="0"/>
              <a:t>10] </a:t>
            </a:r>
            <a:r>
              <a:rPr lang="ko-KR" altLang="en-US" dirty="0"/>
              <a:t>영상 합성</a:t>
            </a:r>
          </a:p>
        </p:txBody>
      </p:sp>
      <p:sp>
        <p:nvSpPr>
          <p:cNvPr id="4" name="슬라이드 번호 개체 틀 3">
            <a:extLst>
              <a:ext uri="{FF2B5EF4-FFF2-40B4-BE49-F238E27FC236}">
                <a16:creationId xmlns:a16="http://schemas.microsoft.com/office/drawing/2014/main" id="{56019343-E41C-59B1-2444-91253E63A568}"/>
              </a:ext>
            </a:extLst>
          </p:cNvPr>
          <p:cNvSpPr>
            <a:spLocks noGrp="1"/>
          </p:cNvSpPr>
          <p:nvPr>
            <p:ph type="sldNum" sz="quarter" idx="10"/>
          </p:nvPr>
        </p:nvSpPr>
        <p:spPr/>
        <p:txBody>
          <a:bodyPr/>
          <a:lstStyle/>
          <a:p>
            <a:fld id="{0662DF40-CD95-4196-B16C-EF23877BEF64}" type="slidenum">
              <a:rPr lang="en-US" altLang="ko-KR" smtClean="0"/>
              <a:pPr/>
              <a:t>45</a:t>
            </a:fld>
            <a:endParaRPr lang="en-US" altLang="ko-KR"/>
          </a:p>
        </p:txBody>
      </p:sp>
      <p:sp>
        <p:nvSpPr>
          <p:cNvPr id="13" name="TextBox 12">
            <a:extLst>
              <a:ext uri="{FF2B5EF4-FFF2-40B4-BE49-F238E27FC236}">
                <a16:creationId xmlns:a16="http://schemas.microsoft.com/office/drawing/2014/main" id="{836816D2-5E2F-934E-14FE-3109FC56F403}"/>
              </a:ext>
            </a:extLst>
          </p:cNvPr>
          <p:cNvSpPr txBox="1"/>
          <p:nvPr/>
        </p:nvSpPr>
        <p:spPr>
          <a:xfrm>
            <a:off x="6760009" y="5518081"/>
            <a:ext cx="1354858" cy="307777"/>
          </a:xfrm>
          <a:prstGeom prst="rect">
            <a:avLst/>
          </a:prstGeom>
          <a:noFill/>
        </p:spPr>
        <p:txBody>
          <a:bodyPr wrap="none" rtlCol="0">
            <a:spAutoFit/>
          </a:bodyPr>
          <a:lstStyle/>
          <a:p>
            <a:r>
              <a:rPr lang="en-US" altLang="ko-KR" sz="1400" dirty="0">
                <a:solidFill>
                  <a:schemeClr val="bg1">
                    <a:lumMod val="50000"/>
                  </a:schemeClr>
                </a:solidFill>
                <a:latin typeface="맑은 고딕" panose="020B0503020000020004" pitchFamily="50" charset="-127"/>
                <a:ea typeface="맑은 고딕" panose="020B0503020000020004" pitchFamily="50" charset="-127"/>
              </a:rPr>
              <a:t>&lt;</a:t>
            </a:r>
            <a:r>
              <a:rPr lang="en-US" altLang="ko-KR" sz="1400" dirty="0" err="1">
                <a:solidFill>
                  <a:schemeClr val="bg1">
                    <a:lumMod val="50000"/>
                  </a:schemeClr>
                </a:solidFill>
                <a:latin typeface="맑은 고딕" panose="020B0503020000020004" pitchFamily="50" charset="-127"/>
                <a:ea typeface="맑은 고딕" panose="020B0503020000020004" pitchFamily="50" charset="-127"/>
              </a:rPr>
              <a:t>black_mask</a:t>
            </a:r>
            <a:r>
              <a:rPr lang="en-US" altLang="ko-KR" sz="1400" dirty="0">
                <a:solidFill>
                  <a:schemeClr val="bg1">
                    <a:lumMod val="50000"/>
                  </a:schemeClr>
                </a:solidFill>
                <a:latin typeface="맑은 고딕" panose="020B0503020000020004" pitchFamily="50" charset="-127"/>
                <a:ea typeface="맑은 고딕" panose="020B0503020000020004" pitchFamily="50" charset="-127"/>
              </a:rPr>
              <a:t>&gt;</a:t>
            </a:r>
            <a:endParaRPr lang="ko-KR" altLang="en-US" sz="1400" dirty="0">
              <a:solidFill>
                <a:schemeClr val="bg1">
                  <a:lumMod val="50000"/>
                </a:schemeClr>
              </a:solidFill>
              <a:latin typeface="맑은 고딕" panose="020B0503020000020004" pitchFamily="50" charset="-127"/>
              <a:ea typeface="맑은 고딕" panose="020B0503020000020004" pitchFamily="50" charset="-127"/>
            </a:endParaRPr>
          </a:p>
        </p:txBody>
      </p:sp>
      <p:sp>
        <p:nvSpPr>
          <p:cNvPr id="14" name="TextBox 13">
            <a:extLst>
              <a:ext uri="{FF2B5EF4-FFF2-40B4-BE49-F238E27FC236}">
                <a16:creationId xmlns:a16="http://schemas.microsoft.com/office/drawing/2014/main" id="{05A9C0BB-F25E-EAC8-4C5E-7E1BBA966300}"/>
              </a:ext>
            </a:extLst>
          </p:cNvPr>
          <p:cNvSpPr txBox="1"/>
          <p:nvPr/>
        </p:nvSpPr>
        <p:spPr>
          <a:xfrm>
            <a:off x="3929280" y="5518082"/>
            <a:ext cx="1371016" cy="307777"/>
          </a:xfrm>
          <a:prstGeom prst="rect">
            <a:avLst/>
          </a:prstGeom>
          <a:noFill/>
        </p:spPr>
        <p:txBody>
          <a:bodyPr wrap="none" rtlCol="0">
            <a:spAutoFit/>
          </a:bodyPr>
          <a:lstStyle/>
          <a:p>
            <a:r>
              <a:rPr lang="en-US" altLang="ko-KR" sz="1400" dirty="0">
                <a:solidFill>
                  <a:schemeClr val="bg1">
                    <a:lumMod val="50000"/>
                  </a:schemeClr>
                </a:solidFill>
                <a:latin typeface="맑은 고딕" panose="020B0503020000020004" pitchFamily="50" charset="-127"/>
                <a:ea typeface="맑은 고딕" panose="020B0503020000020004" pitchFamily="50" charset="-127"/>
              </a:rPr>
              <a:t>&lt;</a:t>
            </a:r>
            <a:r>
              <a:rPr lang="en-US" altLang="ko-KR" sz="1400" dirty="0" err="1">
                <a:solidFill>
                  <a:schemeClr val="bg1">
                    <a:lumMod val="50000"/>
                  </a:schemeClr>
                </a:solidFill>
                <a:latin typeface="맑은 고딕" panose="020B0503020000020004" pitchFamily="50" charset="-127"/>
                <a:ea typeface="맑은 고딕" panose="020B0503020000020004" pitchFamily="50" charset="-127"/>
              </a:rPr>
              <a:t>white_mask</a:t>
            </a:r>
            <a:r>
              <a:rPr lang="en-US" altLang="ko-KR" sz="1400" dirty="0">
                <a:solidFill>
                  <a:schemeClr val="bg1">
                    <a:lumMod val="50000"/>
                  </a:schemeClr>
                </a:solidFill>
                <a:latin typeface="맑은 고딕" panose="020B0503020000020004" pitchFamily="50" charset="-127"/>
                <a:ea typeface="맑은 고딕" panose="020B0503020000020004" pitchFamily="50" charset="-127"/>
              </a:rPr>
              <a:t>&gt;</a:t>
            </a:r>
            <a:endParaRPr lang="ko-KR" altLang="en-US" sz="1400" dirty="0">
              <a:solidFill>
                <a:schemeClr val="bg1">
                  <a:lumMod val="50000"/>
                </a:schemeClr>
              </a:solidFill>
              <a:latin typeface="맑은 고딕" panose="020B0503020000020004" pitchFamily="50" charset="-127"/>
              <a:ea typeface="맑은 고딕" panose="020B0503020000020004" pitchFamily="50" charset="-127"/>
            </a:endParaRPr>
          </a:p>
        </p:txBody>
      </p:sp>
      <p:sp>
        <p:nvSpPr>
          <p:cNvPr id="15" name="TextBox 14">
            <a:extLst>
              <a:ext uri="{FF2B5EF4-FFF2-40B4-BE49-F238E27FC236}">
                <a16:creationId xmlns:a16="http://schemas.microsoft.com/office/drawing/2014/main" id="{71E566B4-940A-9360-8CC7-436B73F89048}"/>
              </a:ext>
            </a:extLst>
          </p:cNvPr>
          <p:cNvSpPr txBox="1"/>
          <p:nvPr/>
        </p:nvSpPr>
        <p:spPr>
          <a:xfrm>
            <a:off x="647105" y="5587511"/>
            <a:ext cx="2169312" cy="307777"/>
          </a:xfrm>
          <a:prstGeom prst="rect">
            <a:avLst/>
          </a:prstGeom>
          <a:noFill/>
        </p:spPr>
        <p:txBody>
          <a:bodyPr wrap="none" rtlCol="0">
            <a:spAutoFit/>
          </a:bodyPr>
          <a:lstStyle/>
          <a:p>
            <a:r>
              <a:rPr lang="en-US" altLang="ko-KR" sz="1400" dirty="0">
                <a:solidFill>
                  <a:schemeClr val="bg1">
                    <a:lumMod val="50000"/>
                  </a:schemeClr>
                </a:solidFill>
                <a:latin typeface="맑은 고딕" panose="020B0503020000020004" pitchFamily="50" charset="-127"/>
                <a:ea typeface="맑은 고딕" panose="020B0503020000020004" pitchFamily="50" charset="-127"/>
              </a:rPr>
              <a:t>&lt;</a:t>
            </a:r>
            <a:r>
              <a:rPr lang="en-US" altLang="ko-KR" sz="1400" dirty="0" err="1">
                <a:solidFill>
                  <a:schemeClr val="bg1">
                    <a:lumMod val="50000"/>
                  </a:schemeClr>
                </a:solidFill>
                <a:latin typeface="맑은 고딕" panose="020B0503020000020004" pitchFamily="50" charset="-127"/>
                <a:ea typeface="맑은 고딕" panose="020B0503020000020004" pitchFamily="50" charset="-127"/>
              </a:rPr>
              <a:t>roi</a:t>
            </a:r>
            <a:r>
              <a:rPr lang="en-US" altLang="ko-KR" sz="1400" dirty="0">
                <a:solidFill>
                  <a:schemeClr val="bg1">
                    <a:lumMod val="50000"/>
                  </a:schemeClr>
                </a:solidFill>
                <a:latin typeface="맑은 고딕" panose="020B0503020000020004" pitchFamily="50" charset="-127"/>
                <a:ea typeface="맑은 고딕" panose="020B0503020000020004" pitchFamily="50" charset="-127"/>
              </a:rPr>
              <a:t>(region of interest)&gt;</a:t>
            </a:r>
            <a:endParaRPr lang="ko-KR" altLang="en-US" sz="1400" dirty="0">
              <a:solidFill>
                <a:schemeClr val="bg1">
                  <a:lumMod val="50000"/>
                </a:schemeClr>
              </a:solidFill>
              <a:latin typeface="맑은 고딕" panose="020B0503020000020004" pitchFamily="50" charset="-127"/>
              <a:ea typeface="맑은 고딕" panose="020B0503020000020004" pitchFamily="50" charset="-127"/>
            </a:endParaRPr>
          </a:p>
        </p:txBody>
      </p:sp>
      <p:pic>
        <p:nvPicPr>
          <p:cNvPr id="3" name="그림 2">
            <a:extLst>
              <a:ext uri="{FF2B5EF4-FFF2-40B4-BE49-F238E27FC236}">
                <a16:creationId xmlns:a16="http://schemas.microsoft.com/office/drawing/2014/main" id="{781284A2-5001-E96B-6265-67295EF115F5}"/>
              </a:ext>
            </a:extLst>
          </p:cNvPr>
          <p:cNvPicPr>
            <a:picLocks noChangeAspect="1"/>
          </p:cNvPicPr>
          <p:nvPr/>
        </p:nvPicPr>
        <p:blipFill>
          <a:blip r:embed="rId2"/>
          <a:stretch>
            <a:fillRect/>
          </a:stretch>
        </p:blipFill>
        <p:spPr>
          <a:xfrm>
            <a:off x="3843702" y="4680540"/>
            <a:ext cx="1456594" cy="837542"/>
          </a:xfrm>
          <a:prstGeom prst="rect">
            <a:avLst/>
          </a:prstGeom>
        </p:spPr>
      </p:pic>
      <p:pic>
        <p:nvPicPr>
          <p:cNvPr id="5" name="그림 4">
            <a:extLst>
              <a:ext uri="{FF2B5EF4-FFF2-40B4-BE49-F238E27FC236}">
                <a16:creationId xmlns:a16="http://schemas.microsoft.com/office/drawing/2014/main" id="{0171D1DC-82BF-F71F-9869-39114CC38185}"/>
              </a:ext>
            </a:extLst>
          </p:cNvPr>
          <p:cNvPicPr>
            <a:picLocks noChangeAspect="1"/>
          </p:cNvPicPr>
          <p:nvPr/>
        </p:nvPicPr>
        <p:blipFill>
          <a:blip r:embed="rId3"/>
          <a:stretch>
            <a:fillRect/>
          </a:stretch>
        </p:blipFill>
        <p:spPr>
          <a:xfrm>
            <a:off x="6717659" y="4680540"/>
            <a:ext cx="1410936" cy="804583"/>
          </a:xfrm>
          <a:prstGeom prst="rect">
            <a:avLst/>
          </a:prstGeom>
          <a:ln>
            <a:solidFill>
              <a:schemeClr val="tx1">
                <a:lumMod val="50000"/>
                <a:lumOff val="50000"/>
              </a:schemeClr>
            </a:solidFill>
          </a:ln>
        </p:spPr>
      </p:pic>
      <p:pic>
        <p:nvPicPr>
          <p:cNvPr id="7" name="그림 6">
            <a:extLst>
              <a:ext uri="{FF2B5EF4-FFF2-40B4-BE49-F238E27FC236}">
                <a16:creationId xmlns:a16="http://schemas.microsoft.com/office/drawing/2014/main" id="{D7C3E5AE-B0B5-CF16-EC84-F9A02E664CA9}"/>
              </a:ext>
            </a:extLst>
          </p:cNvPr>
          <p:cNvPicPr>
            <a:picLocks noChangeAspect="1"/>
          </p:cNvPicPr>
          <p:nvPr/>
        </p:nvPicPr>
        <p:blipFill>
          <a:blip r:embed="rId4"/>
          <a:stretch>
            <a:fillRect/>
          </a:stretch>
        </p:blipFill>
        <p:spPr>
          <a:xfrm>
            <a:off x="1015405" y="4680540"/>
            <a:ext cx="1432713" cy="811871"/>
          </a:xfrm>
          <a:prstGeom prst="rect">
            <a:avLst/>
          </a:prstGeom>
        </p:spPr>
      </p:pic>
      <p:pic>
        <p:nvPicPr>
          <p:cNvPr id="17" name="그림 16">
            <a:extLst>
              <a:ext uri="{FF2B5EF4-FFF2-40B4-BE49-F238E27FC236}">
                <a16:creationId xmlns:a16="http://schemas.microsoft.com/office/drawing/2014/main" id="{D22B1D3C-8FC9-C9C4-4170-9E8D22F22788}"/>
              </a:ext>
            </a:extLst>
          </p:cNvPr>
          <p:cNvPicPr>
            <a:picLocks noChangeAspect="1"/>
          </p:cNvPicPr>
          <p:nvPr/>
        </p:nvPicPr>
        <p:blipFill>
          <a:blip r:embed="rId5"/>
          <a:stretch>
            <a:fillRect/>
          </a:stretch>
        </p:blipFill>
        <p:spPr>
          <a:xfrm>
            <a:off x="182608" y="1124744"/>
            <a:ext cx="8778783" cy="2791014"/>
          </a:xfrm>
          <a:prstGeom prst="rect">
            <a:avLst/>
          </a:prstGeom>
          <a:ln>
            <a:solidFill>
              <a:schemeClr val="tx1">
                <a:lumMod val="50000"/>
                <a:lumOff val="50000"/>
              </a:schemeClr>
            </a:solidFill>
          </a:ln>
        </p:spPr>
      </p:pic>
    </p:spTree>
    <p:extLst>
      <p:ext uri="{BB962C8B-B14F-4D97-AF65-F5344CB8AC3E}">
        <p14:creationId xmlns:p14="http://schemas.microsoft.com/office/powerpoint/2010/main" val="2195479337"/>
      </p:ext>
    </p:extLst>
  </p:cSld>
  <p:clrMapOvr>
    <a:masterClrMapping/>
  </p:clrMapOvr>
  <p:transition>
    <p:diamond/>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1E701-4F79-7C8D-F7D4-98821B4BDDE5}"/>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400BD057-8F81-9C98-8F4E-930F671BA0C9}"/>
              </a:ext>
            </a:extLst>
          </p:cNvPr>
          <p:cNvSpPr>
            <a:spLocks noGrp="1"/>
          </p:cNvSpPr>
          <p:nvPr>
            <p:ph type="title"/>
          </p:nvPr>
        </p:nvSpPr>
        <p:spPr/>
        <p:txBody>
          <a:bodyPr/>
          <a:lstStyle/>
          <a:p>
            <a:r>
              <a:rPr lang="en-US" altLang="ko-KR" dirty="0"/>
              <a:t>[</a:t>
            </a:r>
            <a:r>
              <a:rPr lang="ko-KR" altLang="en-US" dirty="0"/>
              <a:t>실습</a:t>
            </a:r>
            <a:r>
              <a:rPr lang="en-US" altLang="ko-KR" dirty="0"/>
              <a:t>10] </a:t>
            </a:r>
            <a:r>
              <a:rPr lang="ko-KR" altLang="en-US" dirty="0"/>
              <a:t>영상 합성</a:t>
            </a:r>
          </a:p>
        </p:txBody>
      </p:sp>
      <p:sp>
        <p:nvSpPr>
          <p:cNvPr id="4" name="슬라이드 번호 개체 틀 3">
            <a:extLst>
              <a:ext uri="{FF2B5EF4-FFF2-40B4-BE49-F238E27FC236}">
                <a16:creationId xmlns:a16="http://schemas.microsoft.com/office/drawing/2014/main" id="{F1E0103F-472C-0F9D-FDE0-EBE6C1BDFE31}"/>
              </a:ext>
            </a:extLst>
          </p:cNvPr>
          <p:cNvSpPr>
            <a:spLocks noGrp="1"/>
          </p:cNvSpPr>
          <p:nvPr>
            <p:ph type="sldNum" sz="quarter" idx="10"/>
          </p:nvPr>
        </p:nvSpPr>
        <p:spPr/>
        <p:txBody>
          <a:bodyPr/>
          <a:lstStyle/>
          <a:p>
            <a:fld id="{0662DF40-CD95-4196-B16C-EF23877BEF64}" type="slidenum">
              <a:rPr lang="en-US" altLang="ko-KR" smtClean="0"/>
              <a:pPr/>
              <a:t>46</a:t>
            </a:fld>
            <a:endParaRPr lang="en-US" altLang="ko-KR"/>
          </a:p>
        </p:txBody>
      </p:sp>
      <p:sp>
        <p:nvSpPr>
          <p:cNvPr id="11" name="TextBox 10">
            <a:extLst>
              <a:ext uri="{FF2B5EF4-FFF2-40B4-BE49-F238E27FC236}">
                <a16:creationId xmlns:a16="http://schemas.microsoft.com/office/drawing/2014/main" id="{7051C4EA-DDF5-DBE7-9F43-3F0DC770C3FA}"/>
              </a:ext>
            </a:extLst>
          </p:cNvPr>
          <p:cNvSpPr txBox="1"/>
          <p:nvPr/>
        </p:nvSpPr>
        <p:spPr>
          <a:xfrm>
            <a:off x="296993" y="5947776"/>
            <a:ext cx="1503938" cy="307777"/>
          </a:xfrm>
          <a:prstGeom prst="rect">
            <a:avLst/>
          </a:prstGeom>
          <a:noFill/>
        </p:spPr>
        <p:txBody>
          <a:bodyPr wrap="none" rtlCol="0">
            <a:spAutoFit/>
          </a:bodyPr>
          <a:lstStyle/>
          <a:p>
            <a:pPr algn="ctr"/>
            <a:r>
              <a:rPr lang="en-US" altLang="ko-KR" sz="1400" dirty="0">
                <a:solidFill>
                  <a:schemeClr val="bg1">
                    <a:lumMod val="50000"/>
                  </a:schemeClr>
                </a:solidFill>
                <a:latin typeface="맑은 고딕" panose="020B0503020000020004" pitchFamily="50" charset="-127"/>
                <a:ea typeface="맑은 고딕" panose="020B0503020000020004" pitchFamily="50" charset="-127"/>
              </a:rPr>
              <a:t>&lt;</a:t>
            </a:r>
            <a:r>
              <a:rPr lang="en-US" altLang="ko-KR" sz="1400" dirty="0" err="1">
                <a:solidFill>
                  <a:schemeClr val="bg1">
                    <a:lumMod val="50000"/>
                  </a:schemeClr>
                </a:solidFill>
                <a:latin typeface="맑은 고딕" panose="020B0503020000020004" pitchFamily="50" charset="-127"/>
                <a:ea typeface="맑은 고딕" panose="020B0503020000020004" pitchFamily="50" charset="-127"/>
              </a:rPr>
              <a:t>airplane_only</a:t>
            </a:r>
            <a:r>
              <a:rPr lang="en-US" altLang="ko-KR" sz="1400" dirty="0">
                <a:solidFill>
                  <a:schemeClr val="bg1">
                    <a:lumMod val="50000"/>
                  </a:schemeClr>
                </a:solidFill>
                <a:latin typeface="맑은 고딕" panose="020B0503020000020004" pitchFamily="50" charset="-127"/>
                <a:ea typeface="맑은 고딕" panose="020B0503020000020004" pitchFamily="50" charset="-127"/>
              </a:rPr>
              <a:t>&gt;</a:t>
            </a:r>
            <a:endParaRPr lang="ko-KR" altLang="en-US" sz="1400" dirty="0">
              <a:solidFill>
                <a:schemeClr val="bg1">
                  <a:lumMod val="50000"/>
                </a:schemeClr>
              </a:solidFill>
              <a:latin typeface="맑은 고딕" panose="020B0503020000020004" pitchFamily="50" charset="-127"/>
              <a:ea typeface="맑은 고딕" panose="020B0503020000020004" pitchFamily="50" charset="-127"/>
            </a:endParaRPr>
          </a:p>
        </p:txBody>
      </p:sp>
      <p:sp>
        <p:nvSpPr>
          <p:cNvPr id="12" name="TextBox 11">
            <a:extLst>
              <a:ext uri="{FF2B5EF4-FFF2-40B4-BE49-F238E27FC236}">
                <a16:creationId xmlns:a16="http://schemas.microsoft.com/office/drawing/2014/main" id="{2E28F8A1-2968-CAAC-6C16-05BAE74B24D5}"/>
              </a:ext>
            </a:extLst>
          </p:cNvPr>
          <p:cNvSpPr txBox="1"/>
          <p:nvPr/>
        </p:nvSpPr>
        <p:spPr>
          <a:xfrm>
            <a:off x="2079168" y="5964856"/>
            <a:ext cx="1724190" cy="307777"/>
          </a:xfrm>
          <a:prstGeom prst="rect">
            <a:avLst/>
          </a:prstGeom>
          <a:noFill/>
        </p:spPr>
        <p:txBody>
          <a:bodyPr wrap="none" rtlCol="0">
            <a:spAutoFit/>
          </a:bodyPr>
          <a:lstStyle/>
          <a:p>
            <a:pPr algn="ctr"/>
            <a:r>
              <a:rPr lang="en-US" altLang="ko-KR" sz="1400" dirty="0">
                <a:solidFill>
                  <a:schemeClr val="bg1">
                    <a:lumMod val="50000"/>
                  </a:schemeClr>
                </a:solidFill>
                <a:latin typeface="맑은 고딕" panose="020B0503020000020004" pitchFamily="50" charset="-127"/>
                <a:ea typeface="맑은 고딕" panose="020B0503020000020004" pitchFamily="50" charset="-127"/>
              </a:rPr>
              <a:t>&lt;</a:t>
            </a:r>
            <a:r>
              <a:rPr lang="en-US" altLang="ko-KR" sz="1400" dirty="0" err="1">
                <a:solidFill>
                  <a:schemeClr val="bg1">
                    <a:lumMod val="50000"/>
                  </a:schemeClr>
                </a:solidFill>
                <a:latin typeface="맑은 고딕" panose="020B0503020000020004" pitchFamily="50" charset="-127"/>
                <a:ea typeface="맑은 고딕" panose="020B0503020000020004" pitchFamily="50" charset="-127"/>
              </a:rPr>
              <a:t>roi_not_airplane</a:t>
            </a:r>
            <a:r>
              <a:rPr lang="en-US" altLang="ko-KR" sz="1400" dirty="0">
                <a:solidFill>
                  <a:schemeClr val="bg1">
                    <a:lumMod val="50000"/>
                  </a:schemeClr>
                </a:solidFill>
                <a:latin typeface="맑은 고딕" panose="020B0503020000020004" pitchFamily="50" charset="-127"/>
                <a:ea typeface="맑은 고딕" panose="020B0503020000020004" pitchFamily="50" charset="-127"/>
              </a:rPr>
              <a:t>&gt;</a:t>
            </a:r>
            <a:endParaRPr lang="ko-KR" altLang="en-US" sz="1400" dirty="0">
              <a:solidFill>
                <a:schemeClr val="bg1">
                  <a:lumMod val="50000"/>
                </a:schemeClr>
              </a:solidFill>
              <a:latin typeface="맑은 고딕" panose="020B0503020000020004" pitchFamily="50" charset="-127"/>
              <a:ea typeface="맑은 고딕" panose="020B0503020000020004" pitchFamily="50" charset="-127"/>
            </a:endParaRPr>
          </a:p>
        </p:txBody>
      </p:sp>
      <p:sp>
        <p:nvSpPr>
          <p:cNvPr id="13" name="TextBox 12">
            <a:extLst>
              <a:ext uri="{FF2B5EF4-FFF2-40B4-BE49-F238E27FC236}">
                <a16:creationId xmlns:a16="http://schemas.microsoft.com/office/drawing/2014/main" id="{4E9EF478-6FA4-879F-BF72-901A4C072F16}"/>
              </a:ext>
            </a:extLst>
          </p:cNvPr>
          <p:cNvSpPr txBox="1"/>
          <p:nvPr/>
        </p:nvSpPr>
        <p:spPr>
          <a:xfrm>
            <a:off x="4064144" y="5970801"/>
            <a:ext cx="1173398" cy="307777"/>
          </a:xfrm>
          <a:prstGeom prst="rect">
            <a:avLst/>
          </a:prstGeom>
          <a:noFill/>
        </p:spPr>
        <p:txBody>
          <a:bodyPr wrap="none" rtlCol="0">
            <a:spAutoFit/>
          </a:bodyPr>
          <a:lstStyle/>
          <a:p>
            <a:pPr algn="ctr"/>
            <a:r>
              <a:rPr lang="en-US" altLang="ko-KR" sz="1400" dirty="0">
                <a:solidFill>
                  <a:schemeClr val="bg1">
                    <a:lumMod val="50000"/>
                  </a:schemeClr>
                </a:solidFill>
                <a:latin typeface="맑은 고딕" panose="020B0503020000020004" pitchFamily="50" charset="-127"/>
                <a:ea typeface="맑은 고딕" panose="020B0503020000020004" pitchFamily="50" charset="-127"/>
              </a:rPr>
              <a:t>&lt;</a:t>
            </a:r>
            <a:r>
              <a:rPr lang="en-US" altLang="ko-KR" sz="1400" dirty="0" err="1">
                <a:solidFill>
                  <a:schemeClr val="bg1">
                    <a:lumMod val="50000"/>
                  </a:schemeClr>
                </a:solidFill>
                <a:latin typeface="맑은 고딕" panose="020B0503020000020004" pitchFamily="50" charset="-127"/>
                <a:ea typeface="맑은 고딕" panose="020B0503020000020004" pitchFamily="50" charset="-127"/>
              </a:rPr>
              <a:t>roi_result</a:t>
            </a:r>
            <a:r>
              <a:rPr lang="en-US" altLang="ko-KR" sz="1400" dirty="0">
                <a:solidFill>
                  <a:schemeClr val="bg1">
                    <a:lumMod val="50000"/>
                  </a:schemeClr>
                </a:solidFill>
                <a:latin typeface="맑은 고딕" panose="020B0503020000020004" pitchFamily="50" charset="-127"/>
                <a:ea typeface="맑은 고딕" panose="020B0503020000020004" pitchFamily="50" charset="-127"/>
              </a:rPr>
              <a:t>&gt;</a:t>
            </a:r>
            <a:endParaRPr lang="ko-KR" altLang="en-US" sz="1400" dirty="0">
              <a:solidFill>
                <a:schemeClr val="bg1">
                  <a:lumMod val="50000"/>
                </a:schemeClr>
              </a:solidFill>
              <a:latin typeface="맑은 고딕" panose="020B0503020000020004" pitchFamily="50" charset="-127"/>
              <a:ea typeface="맑은 고딕" panose="020B0503020000020004" pitchFamily="50" charset="-127"/>
            </a:endParaRPr>
          </a:p>
        </p:txBody>
      </p:sp>
      <p:sp>
        <p:nvSpPr>
          <p:cNvPr id="14" name="TextBox 13">
            <a:extLst>
              <a:ext uri="{FF2B5EF4-FFF2-40B4-BE49-F238E27FC236}">
                <a16:creationId xmlns:a16="http://schemas.microsoft.com/office/drawing/2014/main" id="{3C9B3951-2C83-2527-C870-D3B1FE01CBEB}"/>
              </a:ext>
            </a:extLst>
          </p:cNvPr>
          <p:cNvSpPr txBox="1"/>
          <p:nvPr/>
        </p:nvSpPr>
        <p:spPr>
          <a:xfrm>
            <a:off x="6596274" y="5964856"/>
            <a:ext cx="1631857" cy="307777"/>
          </a:xfrm>
          <a:prstGeom prst="rect">
            <a:avLst/>
          </a:prstGeom>
          <a:noFill/>
        </p:spPr>
        <p:txBody>
          <a:bodyPr wrap="none" rtlCol="0">
            <a:spAutoFit/>
          </a:bodyPr>
          <a:lstStyle/>
          <a:p>
            <a:pPr algn="ctr"/>
            <a:r>
              <a:rPr lang="en-US" altLang="ko-KR" sz="1400" dirty="0">
                <a:solidFill>
                  <a:schemeClr val="bg1">
                    <a:lumMod val="50000"/>
                  </a:schemeClr>
                </a:solidFill>
                <a:latin typeface="맑은 고딕" panose="020B0503020000020004" pitchFamily="50" charset="-127"/>
                <a:ea typeface="맑은 고딕" panose="020B0503020000020004" pitchFamily="50" charset="-127"/>
              </a:rPr>
              <a:t>&lt;</a:t>
            </a:r>
            <a:r>
              <a:rPr lang="en-US" altLang="ko-KR" sz="1400" dirty="0" err="1">
                <a:solidFill>
                  <a:schemeClr val="bg1">
                    <a:lumMod val="50000"/>
                  </a:schemeClr>
                </a:solidFill>
                <a:latin typeface="맑은 고딕" panose="020B0503020000020004" pitchFamily="50" charset="-127"/>
                <a:ea typeface="맑은 고딕" panose="020B0503020000020004" pitchFamily="50" charset="-127"/>
              </a:rPr>
              <a:t>re_background</a:t>
            </a:r>
            <a:r>
              <a:rPr lang="en-US" altLang="ko-KR" sz="1400" dirty="0">
                <a:solidFill>
                  <a:schemeClr val="bg1">
                    <a:lumMod val="50000"/>
                  </a:schemeClr>
                </a:solidFill>
                <a:latin typeface="맑은 고딕" panose="020B0503020000020004" pitchFamily="50" charset="-127"/>
                <a:ea typeface="맑은 고딕" panose="020B0503020000020004" pitchFamily="50" charset="-127"/>
              </a:rPr>
              <a:t>&gt;</a:t>
            </a:r>
            <a:endParaRPr lang="ko-KR" altLang="en-US" sz="1400" dirty="0">
              <a:solidFill>
                <a:schemeClr val="bg1">
                  <a:lumMod val="50000"/>
                </a:schemeClr>
              </a:solidFill>
              <a:latin typeface="맑은 고딕" panose="020B0503020000020004" pitchFamily="50" charset="-127"/>
              <a:ea typeface="맑은 고딕" panose="020B0503020000020004" pitchFamily="50" charset="-127"/>
            </a:endParaRPr>
          </a:p>
        </p:txBody>
      </p:sp>
      <p:pic>
        <p:nvPicPr>
          <p:cNvPr id="6" name="그림 5">
            <a:extLst>
              <a:ext uri="{FF2B5EF4-FFF2-40B4-BE49-F238E27FC236}">
                <a16:creationId xmlns:a16="http://schemas.microsoft.com/office/drawing/2014/main" id="{219EA5C3-D043-3F93-2CE2-2D7ECB0715F8}"/>
              </a:ext>
            </a:extLst>
          </p:cNvPr>
          <p:cNvPicPr>
            <a:picLocks noChangeAspect="1"/>
          </p:cNvPicPr>
          <p:nvPr/>
        </p:nvPicPr>
        <p:blipFill>
          <a:blip r:embed="rId2"/>
          <a:stretch>
            <a:fillRect/>
          </a:stretch>
        </p:blipFill>
        <p:spPr>
          <a:xfrm>
            <a:off x="296993" y="1023208"/>
            <a:ext cx="7803399" cy="3624944"/>
          </a:xfrm>
          <a:prstGeom prst="rect">
            <a:avLst/>
          </a:prstGeom>
          <a:ln>
            <a:solidFill>
              <a:schemeClr val="tx1">
                <a:lumMod val="50000"/>
                <a:lumOff val="50000"/>
              </a:schemeClr>
            </a:solidFill>
          </a:ln>
        </p:spPr>
      </p:pic>
      <p:pic>
        <p:nvPicPr>
          <p:cNvPr id="15" name="그림 14">
            <a:extLst>
              <a:ext uri="{FF2B5EF4-FFF2-40B4-BE49-F238E27FC236}">
                <a16:creationId xmlns:a16="http://schemas.microsoft.com/office/drawing/2014/main" id="{BF16B0CD-2B37-2E5D-B17E-880C8BE83250}"/>
              </a:ext>
            </a:extLst>
          </p:cNvPr>
          <p:cNvPicPr>
            <a:picLocks noChangeAspect="1"/>
          </p:cNvPicPr>
          <p:nvPr/>
        </p:nvPicPr>
        <p:blipFill>
          <a:blip r:embed="rId3"/>
          <a:stretch>
            <a:fillRect/>
          </a:stretch>
        </p:blipFill>
        <p:spPr>
          <a:xfrm>
            <a:off x="6026059" y="4357100"/>
            <a:ext cx="2926619" cy="1607756"/>
          </a:xfrm>
          <a:prstGeom prst="rect">
            <a:avLst/>
          </a:prstGeom>
        </p:spPr>
      </p:pic>
      <p:pic>
        <p:nvPicPr>
          <p:cNvPr id="16" name="그림 15">
            <a:extLst>
              <a:ext uri="{FF2B5EF4-FFF2-40B4-BE49-F238E27FC236}">
                <a16:creationId xmlns:a16="http://schemas.microsoft.com/office/drawing/2014/main" id="{47353512-A241-08A8-FAA3-C7E072B2344C}"/>
              </a:ext>
            </a:extLst>
          </p:cNvPr>
          <p:cNvPicPr>
            <a:picLocks noChangeAspect="1"/>
          </p:cNvPicPr>
          <p:nvPr/>
        </p:nvPicPr>
        <p:blipFill>
          <a:blip r:embed="rId4"/>
          <a:stretch>
            <a:fillRect/>
          </a:stretch>
        </p:blipFill>
        <p:spPr>
          <a:xfrm>
            <a:off x="383070" y="5105664"/>
            <a:ext cx="1508261" cy="842112"/>
          </a:xfrm>
          <a:prstGeom prst="rect">
            <a:avLst/>
          </a:prstGeom>
        </p:spPr>
      </p:pic>
      <p:pic>
        <p:nvPicPr>
          <p:cNvPr id="17" name="그림 16">
            <a:extLst>
              <a:ext uri="{FF2B5EF4-FFF2-40B4-BE49-F238E27FC236}">
                <a16:creationId xmlns:a16="http://schemas.microsoft.com/office/drawing/2014/main" id="{8D329CC1-6F6C-0C7F-B447-1B411B51DC47}"/>
              </a:ext>
            </a:extLst>
          </p:cNvPr>
          <p:cNvPicPr>
            <a:picLocks noChangeAspect="1"/>
          </p:cNvPicPr>
          <p:nvPr/>
        </p:nvPicPr>
        <p:blipFill>
          <a:blip r:embed="rId5"/>
          <a:stretch>
            <a:fillRect/>
          </a:stretch>
        </p:blipFill>
        <p:spPr>
          <a:xfrm>
            <a:off x="2079168" y="5084819"/>
            <a:ext cx="1562663" cy="883801"/>
          </a:xfrm>
          <a:prstGeom prst="rect">
            <a:avLst/>
          </a:prstGeom>
        </p:spPr>
      </p:pic>
      <p:pic>
        <p:nvPicPr>
          <p:cNvPr id="18" name="그림 17">
            <a:extLst>
              <a:ext uri="{FF2B5EF4-FFF2-40B4-BE49-F238E27FC236}">
                <a16:creationId xmlns:a16="http://schemas.microsoft.com/office/drawing/2014/main" id="{7CD4C82F-5EB3-E897-1093-067653EA69F7}"/>
              </a:ext>
            </a:extLst>
          </p:cNvPr>
          <p:cNvPicPr>
            <a:picLocks noChangeAspect="1"/>
          </p:cNvPicPr>
          <p:nvPr/>
        </p:nvPicPr>
        <p:blipFill>
          <a:blip r:embed="rId6"/>
          <a:stretch>
            <a:fillRect/>
          </a:stretch>
        </p:blipFill>
        <p:spPr>
          <a:xfrm>
            <a:off x="3902617" y="5081055"/>
            <a:ext cx="1572645" cy="883801"/>
          </a:xfrm>
          <a:prstGeom prst="rect">
            <a:avLst/>
          </a:prstGeom>
        </p:spPr>
      </p:pic>
    </p:spTree>
    <p:extLst>
      <p:ext uri="{BB962C8B-B14F-4D97-AF65-F5344CB8AC3E}">
        <p14:creationId xmlns:p14="http://schemas.microsoft.com/office/powerpoint/2010/main" val="2948884847"/>
      </p:ext>
    </p:extLst>
  </p:cSld>
  <p:clrMapOvr>
    <a:masterClrMapping/>
  </p:clrMapOvr>
  <p:transition>
    <p:diamond/>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p:cNvSpPr>
            <a:spLocks noGrp="1"/>
          </p:cNvSpPr>
          <p:nvPr>
            <p:ph type="title"/>
          </p:nvPr>
        </p:nvSpPr>
        <p:spPr/>
        <p:txBody>
          <a:bodyPr/>
          <a:lstStyle/>
          <a:p>
            <a:r>
              <a:rPr lang="ko-KR" altLang="en-US" dirty="0"/>
              <a:t>학습요약</a:t>
            </a:r>
          </a:p>
        </p:txBody>
      </p:sp>
      <p:sp>
        <p:nvSpPr>
          <p:cNvPr id="2" name="슬라이드 번호 개체 틀 1"/>
          <p:cNvSpPr>
            <a:spLocks noGrp="1"/>
          </p:cNvSpPr>
          <p:nvPr>
            <p:ph type="sldNum" sz="quarter" idx="10"/>
          </p:nvPr>
        </p:nvSpPr>
        <p:spPr/>
        <p:txBody>
          <a:bodyPr/>
          <a:lstStyle/>
          <a:p>
            <a:pPr>
              <a:defRPr/>
            </a:pPr>
            <a:fld id="{59A63119-A075-4A06-B8B9-191AF54DF5F5}" type="slidenum">
              <a:rPr lang="en-US" altLang="ko-KR" smtClean="0"/>
              <a:pPr>
                <a:defRPr/>
              </a:pPr>
              <a:t>47</a:t>
            </a:fld>
            <a:endParaRPr lang="en-US" altLang="ko-KR"/>
          </a:p>
        </p:txBody>
      </p:sp>
      <p:pic>
        <p:nvPicPr>
          <p:cNvPr id="5" name="Picture 4" descr="PE01460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28185" y="2830822"/>
            <a:ext cx="2611016" cy="3246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내용 개체 틀 2">
            <a:extLst>
              <a:ext uri="{FF2B5EF4-FFF2-40B4-BE49-F238E27FC236}">
                <a16:creationId xmlns:a16="http://schemas.microsoft.com/office/drawing/2014/main" id="{9BA57A81-0B27-3FE9-2FAD-9CACF4398F50}"/>
              </a:ext>
            </a:extLst>
          </p:cNvPr>
          <p:cNvSpPr>
            <a:spLocks noGrp="1"/>
          </p:cNvSpPr>
          <p:nvPr>
            <p:ph idx="1"/>
          </p:nvPr>
        </p:nvSpPr>
        <p:spPr/>
        <p:txBody>
          <a:bodyPr/>
          <a:lstStyle/>
          <a:p>
            <a:pPr eaLnBrk="1" hangingPunct="1">
              <a:lnSpc>
                <a:spcPct val="110000"/>
              </a:lnSpc>
              <a:defRPr/>
            </a:pPr>
            <a:r>
              <a:rPr lang="en-US" altLang="ko-KR" dirty="0"/>
              <a:t>OpenCV</a:t>
            </a:r>
            <a:r>
              <a:rPr lang="ko-KR" altLang="en-US" dirty="0"/>
              <a:t> 소개</a:t>
            </a:r>
            <a:endParaRPr lang="en-US" altLang="ko-KR" dirty="0"/>
          </a:p>
          <a:p>
            <a:pPr eaLnBrk="1" hangingPunct="1">
              <a:lnSpc>
                <a:spcPct val="110000"/>
              </a:lnSpc>
              <a:defRPr/>
            </a:pPr>
            <a:r>
              <a:rPr lang="ko-KR" altLang="en-US" dirty="0"/>
              <a:t>사진 처리</a:t>
            </a:r>
            <a:endParaRPr lang="en-US" altLang="ko-KR" dirty="0"/>
          </a:p>
          <a:p>
            <a:pPr lvl="1" eaLnBrk="1" hangingPunct="1">
              <a:lnSpc>
                <a:spcPct val="110000"/>
              </a:lnSpc>
              <a:defRPr/>
            </a:pPr>
            <a:r>
              <a:rPr lang="ko-KR" altLang="en-US" dirty="0"/>
              <a:t>사진 읽기</a:t>
            </a:r>
            <a:endParaRPr lang="en-US" altLang="ko-KR" dirty="0"/>
          </a:p>
          <a:p>
            <a:pPr lvl="1" eaLnBrk="1" hangingPunct="1">
              <a:lnSpc>
                <a:spcPct val="110000"/>
              </a:lnSpc>
              <a:defRPr/>
            </a:pPr>
            <a:r>
              <a:rPr lang="ko-KR" altLang="en-US" dirty="0"/>
              <a:t>사진 처리 </a:t>
            </a:r>
            <a:r>
              <a:rPr lang="en-US" altLang="ko-KR" dirty="0"/>
              <a:t>: </a:t>
            </a:r>
            <a:r>
              <a:rPr lang="ko-KR" altLang="en-US" dirty="0"/>
              <a:t>흑백모드</a:t>
            </a:r>
            <a:r>
              <a:rPr lang="en-US" altLang="ko-KR" dirty="0"/>
              <a:t>, </a:t>
            </a:r>
            <a:r>
              <a:rPr lang="ko-KR" altLang="en-US" dirty="0"/>
              <a:t>크기 조절</a:t>
            </a:r>
            <a:r>
              <a:rPr lang="en-US" altLang="ko-KR" dirty="0"/>
              <a:t>, </a:t>
            </a:r>
            <a:r>
              <a:rPr lang="ko-KR" altLang="en-US" dirty="0"/>
              <a:t>상하좌우 대칭</a:t>
            </a:r>
            <a:r>
              <a:rPr lang="en-US" altLang="ko-KR" dirty="0"/>
              <a:t>, </a:t>
            </a:r>
            <a:r>
              <a:rPr lang="ko-KR" altLang="en-US" dirty="0"/>
              <a:t>사진영역 추출</a:t>
            </a:r>
            <a:endParaRPr lang="en-US" altLang="ko-KR" dirty="0"/>
          </a:p>
          <a:p>
            <a:pPr lvl="1" eaLnBrk="1" hangingPunct="1">
              <a:lnSpc>
                <a:spcPct val="110000"/>
              </a:lnSpc>
              <a:defRPr/>
            </a:pPr>
            <a:r>
              <a:rPr lang="ko-KR" altLang="en-US" dirty="0"/>
              <a:t>사진 저장</a:t>
            </a:r>
            <a:endParaRPr lang="en-US" altLang="ko-KR" dirty="0"/>
          </a:p>
          <a:p>
            <a:pPr eaLnBrk="1" hangingPunct="1">
              <a:lnSpc>
                <a:spcPct val="110000"/>
              </a:lnSpc>
              <a:defRPr/>
            </a:pPr>
            <a:r>
              <a:rPr lang="ko-KR" altLang="en-US" dirty="0"/>
              <a:t>그래픽 처리</a:t>
            </a:r>
            <a:endParaRPr lang="en-US" altLang="ko-KR" dirty="0"/>
          </a:p>
          <a:p>
            <a:pPr lvl="1" eaLnBrk="1" hangingPunct="1">
              <a:lnSpc>
                <a:spcPct val="110000"/>
              </a:lnSpc>
              <a:defRPr/>
            </a:pPr>
            <a:r>
              <a:rPr lang="ko-KR" altLang="en-US" dirty="0"/>
              <a:t>스케치북 만들기</a:t>
            </a:r>
            <a:endParaRPr lang="en-US" altLang="ko-KR" dirty="0"/>
          </a:p>
          <a:p>
            <a:pPr lvl="1" eaLnBrk="1" hangingPunct="1">
              <a:lnSpc>
                <a:spcPct val="110000"/>
              </a:lnSpc>
              <a:defRPr/>
            </a:pPr>
            <a:r>
              <a:rPr lang="ko-KR" altLang="en-US" dirty="0"/>
              <a:t>도형 그리기</a:t>
            </a:r>
            <a:endParaRPr lang="en-US" altLang="ko-KR" dirty="0"/>
          </a:p>
          <a:p>
            <a:pPr lvl="1" eaLnBrk="1" hangingPunct="1">
              <a:lnSpc>
                <a:spcPct val="110000"/>
              </a:lnSpc>
              <a:defRPr/>
            </a:pPr>
            <a:r>
              <a:rPr lang="ko-KR" altLang="en-US" dirty="0"/>
              <a:t>텍스트 추가</a:t>
            </a:r>
            <a:endParaRPr lang="en-US" altLang="ko-KR" dirty="0"/>
          </a:p>
          <a:p>
            <a:pPr eaLnBrk="1" hangingPunct="1">
              <a:lnSpc>
                <a:spcPct val="110000"/>
              </a:lnSpc>
              <a:defRPr/>
            </a:pPr>
            <a:r>
              <a:rPr lang="ko-KR" altLang="en-US" dirty="0"/>
              <a:t>영상 처리</a:t>
            </a:r>
            <a:endParaRPr lang="en-US" altLang="ko-KR" dirty="0"/>
          </a:p>
          <a:p>
            <a:pPr lvl="1" eaLnBrk="1" hangingPunct="1">
              <a:lnSpc>
                <a:spcPct val="110000"/>
              </a:lnSpc>
              <a:defRPr/>
            </a:pPr>
            <a:r>
              <a:rPr lang="ko-KR" altLang="en-US" dirty="0"/>
              <a:t>영상 읽기</a:t>
            </a:r>
            <a:endParaRPr lang="en-US" altLang="ko-KR" dirty="0"/>
          </a:p>
          <a:p>
            <a:pPr lvl="1" eaLnBrk="1" hangingPunct="1">
              <a:lnSpc>
                <a:spcPct val="110000"/>
              </a:lnSpc>
              <a:defRPr/>
            </a:pPr>
            <a:r>
              <a:rPr lang="ko-KR" altLang="en-US" dirty="0"/>
              <a:t>영상 처리 </a:t>
            </a:r>
            <a:r>
              <a:rPr lang="en-US" altLang="ko-KR" dirty="0"/>
              <a:t>: </a:t>
            </a:r>
            <a:r>
              <a:rPr lang="ko-KR" altLang="en-US" dirty="0"/>
              <a:t>영상 재생</a:t>
            </a:r>
            <a:r>
              <a:rPr lang="en-US" altLang="ko-KR" dirty="0"/>
              <a:t>, </a:t>
            </a:r>
            <a:r>
              <a:rPr lang="ko-KR" altLang="en-US" dirty="0"/>
              <a:t>크기 조절</a:t>
            </a:r>
            <a:endParaRPr lang="en-US" altLang="ko-KR" dirty="0"/>
          </a:p>
          <a:p>
            <a:pPr lvl="1" eaLnBrk="1" hangingPunct="1">
              <a:lnSpc>
                <a:spcPct val="110000"/>
              </a:lnSpc>
              <a:defRPr/>
            </a:pPr>
            <a:r>
              <a:rPr lang="ko-KR" altLang="en-US" dirty="0"/>
              <a:t>영상 저장</a:t>
            </a:r>
            <a:endParaRPr lang="en-US" altLang="ko-KR" dirty="0"/>
          </a:p>
          <a:p>
            <a:endParaRPr lang="ko-KR" altLang="en-US" dirty="0"/>
          </a:p>
        </p:txBody>
      </p:sp>
    </p:spTree>
    <p:extLst>
      <p:ext uri="{BB962C8B-B14F-4D97-AF65-F5344CB8AC3E}">
        <p14:creationId xmlns:p14="http://schemas.microsoft.com/office/powerpoint/2010/main" val="1469482417"/>
      </p:ext>
    </p:extLst>
  </p:cSld>
  <p:clrMapOvr>
    <a:masterClrMapping/>
  </p:clrMapOvr>
  <p:transition advTm="65490">
    <p:diamond/>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205DB94-80DB-4181-EC88-E586933D8FAB}"/>
              </a:ext>
            </a:extLst>
          </p:cNvPr>
          <p:cNvSpPr>
            <a:spLocks noGrp="1"/>
          </p:cNvSpPr>
          <p:nvPr>
            <p:ph type="title"/>
          </p:nvPr>
        </p:nvSpPr>
        <p:spPr/>
        <p:txBody>
          <a:bodyPr/>
          <a:lstStyle/>
          <a:p>
            <a:r>
              <a:rPr lang="ko-KR" altLang="en-US" dirty="0"/>
              <a:t>과제</a:t>
            </a:r>
          </a:p>
        </p:txBody>
      </p:sp>
      <p:sp>
        <p:nvSpPr>
          <p:cNvPr id="3" name="내용 개체 틀 2">
            <a:extLst>
              <a:ext uri="{FF2B5EF4-FFF2-40B4-BE49-F238E27FC236}">
                <a16:creationId xmlns:a16="http://schemas.microsoft.com/office/drawing/2014/main" id="{2AACD2C9-9181-3FCC-E0EE-3D1E9BF77804}"/>
              </a:ext>
            </a:extLst>
          </p:cNvPr>
          <p:cNvSpPr>
            <a:spLocks noGrp="1"/>
          </p:cNvSpPr>
          <p:nvPr>
            <p:ph idx="1"/>
          </p:nvPr>
        </p:nvSpPr>
        <p:spPr/>
        <p:txBody>
          <a:bodyPr/>
          <a:lstStyle/>
          <a:p>
            <a:r>
              <a:rPr lang="ko-KR" altLang="en-US" dirty="0"/>
              <a:t>단계별 실행 과정을 촬영 혹은 캡처하여 제출</a:t>
            </a:r>
            <a:endParaRPr lang="en-US" altLang="ko-KR" dirty="0"/>
          </a:p>
          <a:p>
            <a:pPr lvl="1"/>
            <a:r>
              <a:rPr lang="ko-KR" altLang="en-US" dirty="0"/>
              <a:t>예제의</a:t>
            </a:r>
            <a:r>
              <a:rPr lang="en-US" altLang="ko-KR" dirty="0"/>
              <a:t> </a:t>
            </a:r>
            <a:r>
              <a:rPr lang="ko-KR" altLang="en-US" dirty="0"/>
              <a:t>실행결과</a:t>
            </a:r>
            <a:endParaRPr lang="en-US" altLang="ko-KR" dirty="0"/>
          </a:p>
          <a:p>
            <a:pPr lvl="1"/>
            <a:endParaRPr lang="en-US" altLang="ko-KR" dirty="0"/>
          </a:p>
          <a:p>
            <a:r>
              <a:rPr lang="ko-KR" altLang="en-US" dirty="0"/>
              <a:t>도전과제</a:t>
            </a:r>
            <a:endParaRPr lang="en-US" altLang="ko-KR" dirty="0"/>
          </a:p>
          <a:p>
            <a:pPr lvl="1"/>
            <a:r>
              <a:rPr lang="ko-KR" altLang="en-US" dirty="0"/>
              <a:t>고양이</a:t>
            </a:r>
            <a:r>
              <a:rPr lang="en-US" altLang="ko-KR" dirty="0"/>
              <a:t> </a:t>
            </a:r>
            <a:r>
              <a:rPr lang="ko-KR" altLang="en-US" dirty="0"/>
              <a:t>사진 복사하기</a:t>
            </a:r>
            <a:endParaRPr lang="en-US" altLang="ko-KR" dirty="0"/>
          </a:p>
          <a:p>
            <a:pPr lvl="1"/>
            <a:r>
              <a:rPr lang="ko-KR" altLang="en-US" dirty="0"/>
              <a:t>고양이 사진 뒤집기</a:t>
            </a:r>
            <a:endParaRPr lang="en-US" altLang="ko-KR" dirty="0"/>
          </a:p>
          <a:p>
            <a:pPr lvl="1"/>
            <a:r>
              <a:rPr lang="ko-KR" altLang="en-US" dirty="0"/>
              <a:t>자신의 사진에 학과와 이름 추가하기</a:t>
            </a:r>
            <a:endParaRPr lang="en-US" altLang="ko-KR" dirty="0"/>
          </a:p>
        </p:txBody>
      </p:sp>
      <p:sp>
        <p:nvSpPr>
          <p:cNvPr id="4" name="슬라이드 번호 개체 틀 3">
            <a:extLst>
              <a:ext uri="{FF2B5EF4-FFF2-40B4-BE49-F238E27FC236}">
                <a16:creationId xmlns:a16="http://schemas.microsoft.com/office/drawing/2014/main" id="{AA7B75E5-CF9B-C501-369F-7BE5D8E8C769}"/>
              </a:ext>
            </a:extLst>
          </p:cNvPr>
          <p:cNvSpPr>
            <a:spLocks noGrp="1"/>
          </p:cNvSpPr>
          <p:nvPr>
            <p:ph type="sldNum" sz="quarter" idx="10"/>
          </p:nvPr>
        </p:nvSpPr>
        <p:spPr/>
        <p:txBody>
          <a:bodyPr/>
          <a:lstStyle/>
          <a:p>
            <a:pPr>
              <a:defRPr/>
            </a:pPr>
            <a:fld id="{6377C9E6-AAC5-4CE3-AEB9-B27125AB2F75}" type="slidenum">
              <a:rPr lang="en-US" altLang="ko-KR" smtClean="0"/>
              <a:pPr>
                <a:defRPr/>
              </a:pPr>
              <a:t>48</a:t>
            </a:fld>
            <a:endParaRPr lang="en-US" altLang="ko-KR"/>
          </a:p>
        </p:txBody>
      </p:sp>
    </p:spTree>
    <p:extLst>
      <p:ext uri="{BB962C8B-B14F-4D97-AF65-F5344CB8AC3E}">
        <p14:creationId xmlns:p14="http://schemas.microsoft.com/office/powerpoint/2010/main" val="274426209"/>
      </p:ext>
    </p:extLst>
  </p:cSld>
  <p:clrMapOvr>
    <a:masterClrMapping/>
  </p:clrMapOvr>
  <p:transition>
    <p:diamond/>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FEDF8D8-C3FB-3339-E850-3D58C798CA9B}"/>
              </a:ext>
            </a:extLst>
          </p:cNvPr>
          <p:cNvSpPr>
            <a:spLocks noGrp="1"/>
          </p:cNvSpPr>
          <p:nvPr>
            <p:ph type="title"/>
          </p:nvPr>
        </p:nvSpPr>
        <p:spPr/>
        <p:txBody>
          <a:bodyPr/>
          <a:lstStyle/>
          <a:p>
            <a:r>
              <a:rPr lang="ko-KR" altLang="en-US" dirty="0"/>
              <a:t>단어</a:t>
            </a:r>
          </a:p>
        </p:txBody>
      </p:sp>
      <p:sp>
        <p:nvSpPr>
          <p:cNvPr id="4" name="슬라이드 번호 개체 틀 3">
            <a:extLst>
              <a:ext uri="{FF2B5EF4-FFF2-40B4-BE49-F238E27FC236}">
                <a16:creationId xmlns:a16="http://schemas.microsoft.com/office/drawing/2014/main" id="{9F39879B-126E-3387-3190-4AA6207EF630}"/>
              </a:ext>
            </a:extLst>
          </p:cNvPr>
          <p:cNvSpPr>
            <a:spLocks noGrp="1"/>
          </p:cNvSpPr>
          <p:nvPr>
            <p:ph type="sldNum" sz="quarter" idx="10"/>
          </p:nvPr>
        </p:nvSpPr>
        <p:spPr/>
        <p:txBody>
          <a:bodyPr/>
          <a:lstStyle/>
          <a:p>
            <a:fld id="{0662DF40-CD95-4196-B16C-EF23877BEF64}" type="slidenum">
              <a:rPr lang="en-US" altLang="ko-KR" smtClean="0"/>
              <a:pPr/>
              <a:t>49</a:t>
            </a:fld>
            <a:endParaRPr lang="en-US" altLang="ko-KR"/>
          </a:p>
        </p:txBody>
      </p:sp>
      <p:graphicFrame>
        <p:nvGraphicFramePr>
          <p:cNvPr id="5" name="표 4">
            <a:extLst>
              <a:ext uri="{FF2B5EF4-FFF2-40B4-BE49-F238E27FC236}">
                <a16:creationId xmlns:a16="http://schemas.microsoft.com/office/drawing/2014/main" id="{0851570C-DA94-B228-1923-58BC1E316A38}"/>
              </a:ext>
            </a:extLst>
          </p:cNvPr>
          <p:cNvGraphicFramePr>
            <a:graphicFrameLocks noGrp="1"/>
          </p:cNvGraphicFramePr>
          <p:nvPr>
            <p:extLst>
              <p:ext uri="{D42A27DB-BD31-4B8C-83A1-F6EECF244321}">
                <p14:modId xmlns:p14="http://schemas.microsoft.com/office/powerpoint/2010/main" val="1423512142"/>
              </p:ext>
            </p:extLst>
          </p:nvPr>
        </p:nvGraphicFramePr>
        <p:xfrm>
          <a:off x="251519" y="939549"/>
          <a:ext cx="8640963" cy="5581656"/>
        </p:xfrm>
        <a:graphic>
          <a:graphicData uri="http://schemas.openxmlformats.org/drawingml/2006/table">
            <a:tbl>
              <a:tblPr>
                <a:tableStyleId>{5C22544A-7EE6-4342-B048-85BDC9FD1C3A}</a:tableStyleId>
              </a:tblPr>
              <a:tblGrid>
                <a:gridCol w="1224137">
                  <a:extLst>
                    <a:ext uri="{9D8B030D-6E8A-4147-A177-3AD203B41FA5}">
                      <a16:colId xmlns:a16="http://schemas.microsoft.com/office/drawing/2014/main" val="1174518482"/>
                    </a:ext>
                  </a:extLst>
                </a:gridCol>
                <a:gridCol w="1008112">
                  <a:extLst>
                    <a:ext uri="{9D8B030D-6E8A-4147-A177-3AD203B41FA5}">
                      <a16:colId xmlns:a16="http://schemas.microsoft.com/office/drawing/2014/main" val="1281013095"/>
                    </a:ext>
                  </a:extLst>
                </a:gridCol>
                <a:gridCol w="2088233">
                  <a:extLst>
                    <a:ext uri="{9D8B030D-6E8A-4147-A177-3AD203B41FA5}">
                      <a16:colId xmlns:a16="http://schemas.microsoft.com/office/drawing/2014/main" val="958461463"/>
                    </a:ext>
                  </a:extLst>
                </a:gridCol>
                <a:gridCol w="1152127">
                  <a:extLst>
                    <a:ext uri="{9D8B030D-6E8A-4147-A177-3AD203B41FA5}">
                      <a16:colId xmlns:a16="http://schemas.microsoft.com/office/drawing/2014/main" val="1531050299"/>
                    </a:ext>
                  </a:extLst>
                </a:gridCol>
                <a:gridCol w="1152128">
                  <a:extLst>
                    <a:ext uri="{9D8B030D-6E8A-4147-A177-3AD203B41FA5}">
                      <a16:colId xmlns:a16="http://schemas.microsoft.com/office/drawing/2014/main" val="3245429385"/>
                    </a:ext>
                  </a:extLst>
                </a:gridCol>
                <a:gridCol w="2016226">
                  <a:extLst>
                    <a:ext uri="{9D8B030D-6E8A-4147-A177-3AD203B41FA5}">
                      <a16:colId xmlns:a16="http://schemas.microsoft.com/office/drawing/2014/main" val="2321092282"/>
                    </a:ext>
                  </a:extLst>
                </a:gridCol>
              </a:tblGrid>
              <a:tr h="206728">
                <a:tc>
                  <a:txBody>
                    <a:bodyPr/>
                    <a:lstStyle/>
                    <a:p>
                      <a:pPr algn="ctr" fontAlgn="ctr">
                        <a:buNone/>
                      </a:pPr>
                      <a:r>
                        <a:rPr lang="ko-KR" altLang="en-US" sz="1100" u="none" strike="noStrike">
                          <a:effectLst/>
                          <a:latin typeface="맑은 고딕" panose="020B0503020000020004" pitchFamily="50" charset="-127"/>
                          <a:ea typeface="맑은 고딕" panose="020B0503020000020004" pitchFamily="50" charset="-127"/>
                        </a:rPr>
                        <a:t>단어</a:t>
                      </a: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1100" u="none" strike="noStrike">
                          <a:effectLst/>
                          <a:latin typeface="맑은 고딕" panose="020B0503020000020004" pitchFamily="50" charset="-127"/>
                          <a:ea typeface="맑은 고딕" panose="020B0503020000020004" pitchFamily="50" charset="-127"/>
                        </a:rPr>
                        <a:t>발음</a:t>
                      </a: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1100" u="none" strike="noStrike">
                          <a:effectLst/>
                          <a:latin typeface="맑은 고딕" panose="020B0503020000020004" pitchFamily="50" charset="-127"/>
                          <a:ea typeface="맑은 고딕" panose="020B0503020000020004" pitchFamily="50" charset="-127"/>
                        </a:rPr>
                        <a:t>뜻</a:t>
                      </a: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1100" u="none" strike="noStrike">
                          <a:effectLst/>
                          <a:latin typeface="맑은 고딕" panose="020B0503020000020004" pitchFamily="50" charset="-127"/>
                          <a:ea typeface="맑은 고딕" panose="020B0503020000020004" pitchFamily="50" charset="-127"/>
                        </a:rPr>
                        <a:t>단어</a:t>
                      </a: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1100" u="none" strike="noStrike">
                          <a:effectLst/>
                          <a:latin typeface="맑은 고딕" panose="020B0503020000020004" pitchFamily="50" charset="-127"/>
                          <a:ea typeface="맑은 고딕" panose="020B0503020000020004" pitchFamily="50" charset="-127"/>
                        </a:rPr>
                        <a:t>발음</a:t>
                      </a: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1100" u="none" strike="noStrike" dirty="0">
                          <a:effectLst/>
                          <a:latin typeface="맑은 고딕" panose="020B0503020000020004" pitchFamily="50" charset="-127"/>
                          <a:ea typeface="맑은 고딕" panose="020B0503020000020004" pitchFamily="50" charset="-127"/>
                        </a:rPr>
                        <a:t>뜻</a:t>
                      </a:r>
                      <a:endParaRPr lang="ko-KR" altLang="en-US" sz="11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26248680"/>
                  </a:ext>
                </a:extLst>
              </a:tr>
              <a:tr h="206728">
                <a:tc>
                  <a:txBody>
                    <a:bodyPr/>
                    <a:lstStyle/>
                    <a:p>
                      <a:pPr algn="l" fontAlgn="ctr">
                        <a:buNone/>
                      </a:pPr>
                      <a:r>
                        <a:rPr lang="en-US" sz="1100" u="none" strike="noStrike">
                          <a:effectLst/>
                          <a:latin typeface="맑은 고딕" panose="020B0503020000020004" pitchFamily="50" charset="-127"/>
                          <a:ea typeface="맑은 고딕" panose="020B0503020000020004" pitchFamily="50" charset="-127"/>
                        </a:rPr>
                        <a:t>angle</a:t>
                      </a:r>
                      <a:endParaRPr 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en-US" sz="1100" u="none" strike="noStrike">
                          <a:effectLst/>
                          <a:latin typeface="맑은 고딕" panose="020B0503020000020004" pitchFamily="50" charset="-127"/>
                          <a:ea typeface="맑은 고딕" panose="020B0503020000020004" pitchFamily="50" charset="-127"/>
                        </a:rPr>
                        <a:t>height</a:t>
                      </a:r>
                      <a:endParaRPr 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73940943"/>
                  </a:ext>
                </a:extLst>
              </a:tr>
              <a:tr h="206728">
                <a:tc>
                  <a:txBody>
                    <a:bodyPr/>
                    <a:lstStyle/>
                    <a:p>
                      <a:pPr algn="l" fontAlgn="ctr">
                        <a:buNone/>
                      </a:pPr>
                      <a:r>
                        <a:rPr lang="en-US" sz="1100" u="none" strike="noStrike">
                          <a:effectLst/>
                          <a:latin typeface="맑은 고딕" panose="020B0503020000020004" pitchFamily="50" charset="-127"/>
                          <a:ea typeface="맑은 고딕" panose="020B0503020000020004" pitchFamily="50" charset="-127"/>
                        </a:rPr>
                        <a:t>array</a:t>
                      </a:r>
                      <a:endParaRPr 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en-US" sz="1100" u="none" strike="noStrike">
                          <a:effectLst/>
                          <a:latin typeface="맑은 고딕" panose="020B0503020000020004" pitchFamily="50" charset="-127"/>
                          <a:ea typeface="맑은 고딕" panose="020B0503020000020004" pitchFamily="50" charset="-127"/>
                        </a:rPr>
                        <a:t>hue</a:t>
                      </a:r>
                      <a:endParaRPr 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63265685"/>
                  </a:ext>
                </a:extLst>
              </a:tr>
              <a:tr h="206728">
                <a:tc>
                  <a:txBody>
                    <a:bodyPr/>
                    <a:lstStyle/>
                    <a:p>
                      <a:pPr algn="l" fontAlgn="ctr">
                        <a:buNone/>
                      </a:pPr>
                      <a:r>
                        <a:rPr lang="en-US" sz="1100" u="none" strike="noStrike">
                          <a:effectLst/>
                          <a:latin typeface="맑은 고딕" panose="020B0503020000020004" pitchFamily="50" charset="-127"/>
                          <a:ea typeface="맑은 고딕" panose="020B0503020000020004" pitchFamily="50" charset="-127"/>
                        </a:rPr>
                        <a:t>autosize</a:t>
                      </a:r>
                      <a:endParaRPr 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en-US" sz="1100" u="none" strike="noStrike">
                          <a:effectLst/>
                          <a:latin typeface="맑은 고딕" panose="020B0503020000020004" pitchFamily="50" charset="-127"/>
                          <a:ea typeface="맑은 고딕" panose="020B0503020000020004" pitchFamily="50" charset="-127"/>
                        </a:rPr>
                        <a:t>image (im)</a:t>
                      </a:r>
                      <a:endParaRPr 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2080241"/>
                  </a:ext>
                </a:extLst>
              </a:tr>
              <a:tr h="206728">
                <a:tc>
                  <a:txBody>
                    <a:bodyPr/>
                    <a:lstStyle/>
                    <a:p>
                      <a:pPr algn="l" fontAlgn="ctr">
                        <a:buNone/>
                      </a:pPr>
                      <a:r>
                        <a:rPr lang="en-US" sz="1100" u="none" strike="noStrike">
                          <a:effectLst/>
                          <a:latin typeface="맑은 고딕" panose="020B0503020000020004" pitchFamily="50" charset="-127"/>
                          <a:ea typeface="맑은 고딕" panose="020B0503020000020004" pitchFamily="50" charset="-127"/>
                        </a:rPr>
                        <a:t>background</a:t>
                      </a:r>
                      <a:endParaRPr 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en-US" sz="1100" u="none" strike="noStrike">
                          <a:effectLst/>
                          <a:latin typeface="맑은 고딕" panose="020B0503020000020004" pitchFamily="50" charset="-127"/>
                          <a:ea typeface="맑은 고딕" panose="020B0503020000020004" pitchFamily="50" charset="-127"/>
                        </a:rPr>
                        <a:t>import</a:t>
                      </a:r>
                      <a:endParaRPr 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12275903"/>
                  </a:ext>
                </a:extLst>
              </a:tr>
              <a:tr h="206728">
                <a:tc>
                  <a:txBody>
                    <a:bodyPr/>
                    <a:lstStyle/>
                    <a:p>
                      <a:pPr algn="l" fontAlgn="ctr">
                        <a:buNone/>
                      </a:pPr>
                      <a:r>
                        <a:rPr lang="en-US" sz="1100" u="none" strike="noStrike">
                          <a:effectLst/>
                          <a:latin typeface="맑은 고딕" panose="020B0503020000020004" pitchFamily="50" charset="-127"/>
                          <a:ea typeface="맑은 고딕" panose="020B0503020000020004" pitchFamily="50" charset="-127"/>
                        </a:rPr>
                        <a:t>blur</a:t>
                      </a:r>
                      <a:endParaRPr 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en-US" sz="1100" u="none" strike="noStrike">
                          <a:effectLst/>
                          <a:latin typeface="맑은 고딕" panose="020B0503020000020004" pitchFamily="50" charset="-127"/>
                          <a:ea typeface="맑은 고딕" panose="020B0503020000020004" pitchFamily="50" charset="-127"/>
                        </a:rPr>
                        <a:t>install</a:t>
                      </a:r>
                      <a:endParaRPr 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98318566"/>
                  </a:ext>
                </a:extLst>
              </a:tr>
              <a:tr h="206728">
                <a:tc>
                  <a:txBody>
                    <a:bodyPr/>
                    <a:lstStyle/>
                    <a:p>
                      <a:pPr algn="l" fontAlgn="ctr">
                        <a:buNone/>
                      </a:pPr>
                      <a:r>
                        <a:rPr lang="en-US" sz="1100" u="none" strike="noStrike">
                          <a:effectLst/>
                          <a:latin typeface="맑은 고딕" panose="020B0503020000020004" pitchFamily="50" charset="-127"/>
                          <a:ea typeface="맑은 고딕" panose="020B0503020000020004" pitchFamily="50" charset="-127"/>
                        </a:rPr>
                        <a:t>brightness</a:t>
                      </a:r>
                      <a:endParaRPr 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en-US" sz="1100" u="none" strike="noStrike">
                          <a:effectLst/>
                          <a:latin typeface="맑은 고딕" panose="020B0503020000020004" pitchFamily="50" charset="-127"/>
                          <a:ea typeface="맑은 고딕" panose="020B0503020000020004" pitchFamily="50" charset="-127"/>
                        </a:rPr>
                        <a:t>interpolation</a:t>
                      </a:r>
                      <a:endParaRPr 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52292466"/>
                  </a:ext>
                </a:extLst>
              </a:tr>
              <a:tr h="206728">
                <a:tc>
                  <a:txBody>
                    <a:bodyPr/>
                    <a:lstStyle/>
                    <a:p>
                      <a:pPr algn="l" fontAlgn="ctr">
                        <a:buNone/>
                      </a:pPr>
                      <a:r>
                        <a:rPr lang="en-US" sz="1100" u="none" strike="noStrike">
                          <a:effectLst/>
                          <a:latin typeface="맑은 고딕" panose="020B0503020000020004" pitchFamily="50" charset="-127"/>
                          <a:ea typeface="맑은 고딕" panose="020B0503020000020004" pitchFamily="50" charset="-127"/>
                        </a:rPr>
                        <a:t>capture</a:t>
                      </a:r>
                      <a:endParaRPr 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en-US" sz="1100" u="none" strike="noStrike">
                          <a:effectLst/>
                          <a:latin typeface="맑은 고딕" panose="020B0503020000020004" pitchFamily="50" charset="-127"/>
                          <a:ea typeface="맑은 고딕" panose="020B0503020000020004" pitchFamily="50" charset="-127"/>
                        </a:rPr>
                        <a:t>learning</a:t>
                      </a:r>
                      <a:endParaRPr 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66078733"/>
                  </a:ext>
                </a:extLst>
              </a:tr>
              <a:tr h="206728">
                <a:tc>
                  <a:txBody>
                    <a:bodyPr/>
                    <a:lstStyle/>
                    <a:p>
                      <a:pPr algn="l" fontAlgn="ctr">
                        <a:buNone/>
                      </a:pPr>
                      <a:r>
                        <a:rPr lang="en-US" sz="1100" u="none" strike="noStrike">
                          <a:effectLst/>
                          <a:latin typeface="맑은 고딕" panose="020B0503020000020004" pitchFamily="50" charset="-127"/>
                          <a:ea typeface="맑은 고딕" panose="020B0503020000020004" pitchFamily="50" charset="-127"/>
                        </a:rPr>
                        <a:t>change</a:t>
                      </a:r>
                      <a:endParaRPr 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en-US" sz="1100" u="none" strike="noStrike">
                          <a:effectLst/>
                          <a:latin typeface="맑은 고딕" panose="020B0503020000020004" pitchFamily="50" charset="-127"/>
                          <a:ea typeface="맑은 고딕" panose="020B0503020000020004" pitchFamily="50" charset="-127"/>
                        </a:rPr>
                        <a:t>library</a:t>
                      </a:r>
                      <a:endParaRPr 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09634041"/>
                  </a:ext>
                </a:extLst>
              </a:tr>
              <a:tr h="206728">
                <a:tc>
                  <a:txBody>
                    <a:bodyPr/>
                    <a:lstStyle/>
                    <a:p>
                      <a:pPr algn="l" fontAlgn="ctr">
                        <a:buNone/>
                      </a:pPr>
                      <a:r>
                        <a:rPr lang="en-US" sz="1100" u="none" strike="noStrike">
                          <a:effectLst/>
                          <a:latin typeface="맑은 고딕" panose="020B0503020000020004" pitchFamily="50" charset="-127"/>
                          <a:ea typeface="맑은 고딕" panose="020B0503020000020004" pitchFamily="50" charset="-127"/>
                        </a:rPr>
                        <a:t>circle</a:t>
                      </a:r>
                      <a:endParaRPr 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en-US" sz="1100" u="none" strike="noStrike">
                          <a:effectLst/>
                          <a:latin typeface="맑은 고딕" panose="020B0503020000020004" pitchFamily="50" charset="-127"/>
                          <a:ea typeface="맑은 고딕" panose="020B0503020000020004" pitchFamily="50" charset="-127"/>
                        </a:rPr>
                        <a:t>machine</a:t>
                      </a:r>
                      <a:endParaRPr 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00364367"/>
                  </a:ext>
                </a:extLst>
              </a:tr>
              <a:tr h="206728">
                <a:tc>
                  <a:txBody>
                    <a:bodyPr/>
                    <a:lstStyle/>
                    <a:p>
                      <a:pPr algn="l" fontAlgn="ctr">
                        <a:buNone/>
                      </a:pPr>
                      <a:r>
                        <a:rPr lang="en-US" sz="1100" u="none" strike="noStrike">
                          <a:effectLst/>
                          <a:latin typeface="맑은 고딕" panose="020B0503020000020004" pitchFamily="50" charset="-127"/>
                          <a:ea typeface="맑은 고딕" panose="020B0503020000020004" pitchFamily="50" charset="-127"/>
                        </a:rPr>
                        <a:t>compression</a:t>
                      </a:r>
                      <a:endParaRPr 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en-US" sz="1100" u="none" strike="noStrike">
                          <a:effectLst/>
                          <a:latin typeface="맑은 고딕" panose="020B0503020000020004" pitchFamily="50" charset="-127"/>
                          <a:ea typeface="맑은 고딕" panose="020B0503020000020004" pitchFamily="50" charset="-127"/>
                        </a:rPr>
                        <a:t>normal</a:t>
                      </a:r>
                      <a:endParaRPr 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47900088"/>
                  </a:ext>
                </a:extLst>
              </a:tr>
              <a:tr h="206728">
                <a:tc>
                  <a:txBody>
                    <a:bodyPr/>
                    <a:lstStyle/>
                    <a:p>
                      <a:pPr algn="l" fontAlgn="ctr">
                        <a:buNone/>
                      </a:pPr>
                      <a:r>
                        <a:rPr lang="en-US" sz="1100" u="none" strike="noStrike">
                          <a:effectLst/>
                          <a:latin typeface="맑은 고딕" panose="020B0503020000020004" pitchFamily="50" charset="-127"/>
                          <a:ea typeface="맑은 고딕" panose="020B0503020000020004" pitchFamily="50" charset="-127"/>
                        </a:rPr>
                        <a:t>contour</a:t>
                      </a:r>
                      <a:endParaRPr 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en-US" sz="1100" u="none" strike="noStrike">
                          <a:effectLst/>
                          <a:latin typeface="맑은 고딕" panose="020B0503020000020004" pitchFamily="50" charset="-127"/>
                          <a:ea typeface="맑은 고딕" panose="020B0503020000020004" pitchFamily="50" charset="-127"/>
                        </a:rPr>
                        <a:t>option</a:t>
                      </a:r>
                      <a:endParaRPr 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07865966"/>
                  </a:ext>
                </a:extLst>
              </a:tr>
              <a:tr h="206728">
                <a:tc>
                  <a:txBody>
                    <a:bodyPr/>
                    <a:lstStyle/>
                    <a:p>
                      <a:pPr algn="l" fontAlgn="ctr">
                        <a:buNone/>
                      </a:pPr>
                      <a:r>
                        <a:rPr lang="en-US" sz="1100" u="none" strike="noStrike">
                          <a:effectLst/>
                          <a:latin typeface="맑은 고딕" panose="020B0503020000020004" pitchFamily="50" charset="-127"/>
                          <a:ea typeface="맑은 고딕" panose="020B0503020000020004" pitchFamily="50" charset="-127"/>
                        </a:rPr>
                        <a:t>convert (cvt)</a:t>
                      </a:r>
                      <a:endParaRPr 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en-US" sz="1100" u="none" strike="noStrike">
                          <a:effectLst/>
                          <a:latin typeface="맑은 고딕" panose="020B0503020000020004" pitchFamily="50" charset="-127"/>
                          <a:ea typeface="맑은 고딕" panose="020B0503020000020004" pitchFamily="50" charset="-127"/>
                        </a:rPr>
                        <a:t>origin</a:t>
                      </a:r>
                      <a:endParaRPr 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39048241"/>
                  </a:ext>
                </a:extLst>
              </a:tr>
              <a:tr h="206728">
                <a:tc>
                  <a:txBody>
                    <a:bodyPr/>
                    <a:lstStyle/>
                    <a:p>
                      <a:pPr algn="l" fontAlgn="ctr">
                        <a:buNone/>
                      </a:pPr>
                      <a:r>
                        <a:rPr lang="en-US" sz="1100" u="none" strike="noStrike">
                          <a:effectLst/>
                          <a:latin typeface="맑은 고딕" panose="020B0503020000020004" pitchFamily="50" charset="-127"/>
                          <a:ea typeface="맑은 고딕" panose="020B0503020000020004" pitchFamily="50" charset="-127"/>
                        </a:rPr>
                        <a:t>cotract</a:t>
                      </a:r>
                      <a:endParaRPr 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en-US" sz="1100" u="none" strike="noStrike">
                          <a:effectLst/>
                          <a:latin typeface="맑은 고딕" panose="020B0503020000020004" pitchFamily="50" charset="-127"/>
                          <a:ea typeface="맑은 고딕" panose="020B0503020000020004" pitchFamily="50" charset="-127"/>
                        </a:rPr>
                        <a:t>polyline</a:t>
                      </a:r>
                      <a:endParaRPr 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37218330"/>
                  </a:ext>
                </a:extLst>
              </a:tr>
              <a:tr h="206728">
                <a:tc>
                  <a:txBody>
                    <a:bodyPr/>
                    <a:lstStyle/>
                    <a:p>
                      <a:pPr algn="l" fontAlgn="ctr">
                        <a:buNone/>
                      </a:pPr>
                      <a:r>
                        <a:rPr lang="en-US" sz="1100" u="none" strike="noStrike">
                          <a:effectLst/>
                          <a:latin typeface="맑은 고딕" panose="020B0503020000020004" pitchFamily="50" charset="-127"/>
                          <a:ea typeface="맑은 고딕" panose="020B0503020000020004" pitchFamily="50" charset="-127"/>
                        </a:rPr>
                        <a:t>crop</a:t>
                      </a:r>
                      <a:endParaRPr 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en-US" sz="1100" u="none" strike="noStrike">
                          <a:effectLst/>
                          <a:latin typeface="맑은 고딕" panose="020B0503020000020004" pitchFamily="50" charset="-127"/>
                          <a:ea typeface="맑은 고딕" panose="020B0503020000020004" pitchFamily="50" charset="-127"/>
                        </a:rPr>
                        <a:t>rectangle</a:t>
                      </a:r>
                      <a:endParaRPr 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1224975"/>
                  </a:ext>
                </a:extLst>
              </a:tr>
              <a:tr h="206728">
                <a:tc>
                  <a:txBody>
                    <a:bodyPr/>
                    <a:lstStyle/>
                    <a:p>
                      <a:pPr algn="l" fontAlgn="ctr">
                        <a:buNone/>
                      </a:pPr>
                      <a:r>
                        <a:rPr lang="en-US" sz="1100" u="none" strike="noStrike">
                          <a:effectLst/>
                          <a:latin typeface="맑은 고딕" panose="020B0503020000020004" pitchFamily="50" charset="-127"/>
                          <a:ea typeface="맑은 고딕" panose="020B0503020000020004" pitchFamily="50" charset="-127"/>
                        </a:rPr>
                        <a:t>destroy</a:t>
                      </a:r>
                      <a:endParaRPr 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en-US" sz="1100" u="none" strike="noStrike">
                          <a:effectLst/>
                          <a:latin typeface="맑은 고딕" panose="020B0503020000020004" pitchFamily="50" charset="-127"/>
                          <a:ea typeface="맑은 고딕" panose="020B0503020000020004" pitchFamily="50" charset="-127"/>
                        </a:rPr>
                        <a:t>release</a:t>
                      </a:r>
                      <a:endParaRPr 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6943519"/>
                  </a:ext>
                </a:extLst>
              </a:tr>
              <a:tr h="206728">
                <a:tc>
                  <a:txBody>
                    <a:bodyPr/>
                    <a:lstStyle/>
                    <a:p>
                      <a:pPr algn="l" fontAlgn="ctr">
                        <a:buNone/>
                      </a:pPr>
                      <a:r>
                        <a:rPr lang="en-US" sz="1100" u="none" strike="noStrike">
                          <a:effectLst/>
                          <a:latin typeface="맑은 고딕" panose="020B0503020000020004" pitchFamily="50" charset="-127"/>
                          <a:ea typeface="맑은 고딕" panose="020B0503020000020004" pitchFamily="50" charset="-127"/>
                        </a:rPr>
                        <a:t>device</a:t>
                      </a:r>
                      <a:endParaRPr 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en-US" sz="1100" u="none" strike="noStrike">
                          <a:effectLst/>
                          <a:latin typeface="맑은 고딕" panose="020B0503020000020004" pitchFamily="50" charset="-127"/>
                          <a:ea typeface="맑은 고딕" panose="020B0503020000020004" pitchFamily="50" charset="-127"/>
                        </a:rPr>
                        <a:t>resize</a:t>
                      </a:r>
                      <a:endParaRPr 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83790544"/>
                  </a:ext>
                </a:extLst>
              </a:tr>
              <a:tr h="206728">
                <a:tc>
                  <a:txBody>
                    <a:bodyPr/>
                    <a:lstStyle/>
                    <a:p>
                      <a:pPr algn="l" fontAlgn="ctr">
                        <a:buNone/>
                      </a:pPr>
                      <a:r>
                        <a:rPr lang="en-US" sz="1100" u="none" strike="noStrike">
                          <a:effectLst/>
                          <a:latin typeface="맑은 고딕" panose="020B0503020000020004" pitchFamily="50" charset="-127"/>
                          <a:ea typeface="맑은 고딕" panose="020B0503020000020004" pitchFamily="50" charset="-127"/>
                        </a:rPr>
                        <a:t>dimension</a:t>
                      </a:r>
                      <a:endParaRPr 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en-US" sz="1100" u="none" strike="noStrike">
                          <a:effectLst/>
                          <a:latin typeface="맑은 고딕" panose="020B0503020000020004" pitchFamily="50" charset="-127"/>
                          <a:ea typeface="맑은 고딕" panose="020B0503020000020004" pitchFamily="50" charset="-127"/>
                        </a:rPr>
                        <a:t>retrieve</a:t>
                      </a:r>
                      <a:endParaRPr 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34383276"/>
                  </a:ext>
                </a:extLst>
              </a:tr>
              <a:tr h="206728">
                <a:tc>
                  <a:txBody>
                    <a:bodyPr/>
                    <a:lstStyle/>
                    <a:p>
                      <a:pPr algn="l" fontAlgn="ctr">
                        <a:buNone/>
                      </a:pPr>
                      <a:r>
                        <a:rPr lang="en-US" sz="1100" u="none" strike="noStrike">
                          <a:effectLst/>
                          <a:latin typeface="맑은 고딕" panose="020B0503020000020004" pitchFamily="50" charset="-127"/>
                          <a:ea typeface="맑은 고딕" panose="020B0503020000020004" pitchFamily="50" charset="-127"/>
                        </a:rPr>
                        <a:t>ellipse</a:t>
                      </a:r>
                      <a:endParaRPr 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en-US" sz="1100" u="none" strike="noStrike">
                          <a:effectLst/>
                          <a:latin typeface="맑은 고딕" panose="020B0503020000020004" pitchFamily="50" charset="-127"/>
                          <a:ea typeface="맑은 고딕" panose="020B0503020000020004" pitchFamily="50" charset="-127"/>
                        </a:rPr>
                        <a:t>scale</a:t>
                      </a:r>
                      <a:endParaRPr 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43956317"/>
                  </a:ext>
                </a:extLst>
              </a:tr>
              <a:tr h="206728">
                <a:tc>
                  <a:txBody>
                    <a:bodyPr/>
                    <a:lstStyle/>
                    <a:p>
                      <a:pPr algn="l" fontAlgn="ctr">
                        <a:buNone/>
                      </a:pPr>
                      <a:r>
                        <a:rPr lang="en-US" sz="1100" u="none" strike="noStrike">
                          <a:effectLst/>
                          <a:latin typeface="맑은 고딕" panose="020B0503020000020004" pitchFamily="50" charset="-127"/>
                          <a:ea typeface="맑은 고딕" panose="020B0503020000020004" pitchFamily="50" charset="-127"/>
                        </a:rPr>
                        <a:t>empty</a:t>
                      </a:r>
                      <a:endParaRPr 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en-US" sz="1100" u="none" strike="noStrike">
                          <a:effectLst/>
                          <a:latin typeface="맑은 고딕" panose="020B0503020000020004" pitchFamily="50" charset="-127"/>
                          <a:ea typeface="맑은 고딕" panose="020B0503020000020004" pitchFamily="50" charset="-127"/>
                        </a:rPr>
                        <a:t>shape</a:t>
                      </a:r>
                      <a:endParaRPr 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81736403"/>
                  </a:ext>
                </a:extLst>
              </a:tr>
              <a:tr h="206728">
                <a:tc>
                  <a:txBody>
                    <a:bodyPr/>
                    <a:lstStyle/>
                    <a:p>
                      <a:pPr algn="l" fontAlgn="ctr">
                        <a:buNone/>
                      </a:pPr>
                      <a:r>
                        <a:rPr lang="en-US" sz="1100" u="none" strike="noStrike">
                          <a:effectLst/>
                          <a:latin typeface="맑은 고딕" panose="020B0503020000020004" pitchFamily="50" charset="-127"/>
                          <a:ea typeface="맑은 고딕" panose="020B0503020000020004" pitchFamily="50" charset="-127"/>
                        </a:rPr>
                        <a:t>exit</a:t>
                      </a:r>
                      <a:endParaRPr 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en-US" sz="1100" u="none" strike="noStrike">
                          <a:effectLst/>
                          <a:latin typeface="맑은 고딕" panose="020B0503020000020004" pitchFamily="50" charset="-127"/>
                          <a:ea typeface="맑은 고딕" panose="020B0503020000020004" pitchFamily="50" charset="-127"/>
                        </a:rPr>
                        <a:t>source</a:t>
                      </a:r>
                      <a:endParaRPr 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41077097"/>
                  </a:ext>
                </a:extLst>
              </a:tr>
              <a:tr h="206728">
                <a:tc>
                  <a:txBody>
                    <a:bodyPr/>
                    <a:lstStyle/>
                    <a:p>
                      <a:pPr algn="l" fontAlgn="ctr">
                        <a:buNone/>
                      </a:pPr>
                      <a:r>
                        <a:rPr lang="en-US" sz="1100" u="none" strike="noStrike">
                          <a:effectLst/>
                          <a:latin typeface="맑은 고딕" panose="020B0503020000020004" pitchFamily="50" charset="-127"/>
                          <a:ea typeface="맑은 고딕" panose="020B0503020000020004" pitchFamily="50" charset="-127"/>
                        </a:rPr>
                        <a:t>fill</a:t>
                      </a:r>
                      <a:endParaRPr 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en-US" sz="1100" u="none" strike="noStrike">
                          <a:effectLst/>
                          <a:latin typeface="맑은 고딕" panose="020B0503020000020004" pitchFamily="50" charset="-127"/>
                          <a:ea typeface="맑은 고딕" panose="020B0503020000020004" pitchFamily="50" charset="-127"/>
                        </a:rPr>
                        <a:t>system (sys)</a:t>
                      </a:r>
                      <a:endParaRPr 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46171388"/>
                  </a:ext>
                </a:extLst>
              </a:tr>
              <a:tr h="206728">
                <a:tc>
                  <a:txBody>
                    <a:bodyPr/>
                    <a:lstStyle/>
                    <a:p>
                      <a:pPr algn="l" fontAlgn="ctr">
                        <a:buNone/>
                      </a:pPr>
                      <a:r>
                        <a:rPr lang="en-US" sz="1100" u="none" strike="noStrike">
                          <a:effectLst/>
                          <a:latin typeface="맑은 고딕" panose="020B0503020000020004" pitchFamily="50" charset="-127"/>
                          <a:ea typeface="맑은 고딕" panose="020B0503020000020004" pitchFamily="50" charset="-127"/>
                        </a:rPr>
                        <a:t>flip</a:t>
                      </a:r>
                      <a:endParaRPr 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en-US" sz="1100" u="none" strike="noStrike">
                          <a:effectLst/>
                          <a:latin typeface="맑은 고딕" panose="020B0503020000020004" pitchFamily="50" charset="-127"/>
                          <a:ea typeface="맑은 고딕" panose="020B0503020000020004" pitchFamily="50" charset="-127"/>
                        </a:rPr>
                        <a:t>thickness</a:t>
                      </a:r>
                      <a:endParaRPr 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72556759"/>
                  </a:ext>
                </a:extLst>
              </a:tr>
              <a:tr h="206728">
                <a:tc>
                  <a:txBody>
                    <a:bodyPr/>
                    <a:lstStyle/>
                    <a:p>
                      <a:pPr algn="l" fontAlgn="ctr">
                        <a:buNone/>
                      </a:pPr>
                      <a:r>
                        <a:rPr lang="en-US" sz="1100" u="none" strike="noStrike">
                          <a:effectLst/>
                          <a:latin typeface="맑은 고딕" panose="020B0503020000020004" pitchFamily="50" charset="-127"/>
                          <a:ea typeface="맑은 고딕" panose="020B0503020000020004" pitchFamily="50" charset="-127"/>
                        </a:rPr>
                        <a:t>format</a:t>
                      </a:r>
                      <a:endParaRPr 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en-US" sz="1100" u="none" strike="noStrike">
                          <a:effectLst/>
                          <a:latin typeface="맑은 고딕" panose="020B0503020000020004" pitchFamily="50" charset="-127"/>
                          <a:ea typeface="맑은 고딕" panose="020B0503020000020004" pitchFamily="50" charset="-127"/>
                        </a:rPr>
                        <a:t>threshold</a:t>
                      </a:r>
                      <a:endParaRPr 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62811104"/>
                  </a:ext>
                </a:extLst>
              </a:tr>
              <a:tr h="206728">
                <a:tc>
                  <a:txBody>
                    <a:bodyPr/>
                    <a:lstStyle/>
                    <a:p>
                      <a:pPr algn="l" fontAlgn="ctr">
                        <a:buNone/>
                      </a:pPr>
                      <a:r>
                        <a:rPr lang="en-US" sz="1100" u="none" strike="noStrike">
                          <a:effectLst/>
                          <a:latin typeface="맑은 고딕" panose="020B0503020000020004" pitchFamily="50" charset="-127"/>
                          <a:ea typeface="맑은 고딕" panose="020B0503020000020004" pitchFamily="50" charset="-127"/>
                        </a:rPr>
                        <a:t>function</a:t>
                      </a:r>
                      <a:endParaRPr 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en-US" sz="1100" u="none" strike="noStrike">
                          <a:effectLst/>
                          <a:latin typeface="맑은 고딕" panose="020B0503020000020004" pitchFamily="50" charset="-127"/>
                          <a:ea typeface="맑은 고딕" panose="020B0503020000020004" pitchFamily="50" charset="-127"/>
                        </a:rPr>
                        <a:t>vision</a:t>
                      </a:r>
                      <a:endParaRPr 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59363430"/>
                  </a:ext>
                </a:extLst>
              </a:tr>
              <a:tr h="206728">
                <a:tc>
                  <a:txBody>
                    <a:bodyPr/>
                    <a:lstStyle/>
                    <a:p>
                      <a:pPr algn="l" fontAlgn="ctr">
                        <a:buNone/>
                      </a:pPr>
                      <a:r>
                        <a:rPr lang="en-US" sz="1100" u="none" strike="noStrike">
                          <a:effectLst/>
                          <a:latin typeface="맑은 고딕" panose="020B0503020000020004" pitchFamily="50" charset="-127"/>
                          <a:ea typeface="맑은 고딕" panose="020B0503020000020004" pitchFamily="50" charset="-127"/>
                        </a:rPr>
                        <a:t>gain</a:t>
                      </a:r>
                      <a:endParaRPr 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en-US" sz="1100" u="none" strike="noStrike">
                          <a:effectLst/>
                          <a:latin typeface="맑은 고딕" panose="020B0503020000020004" pitchFamily="50" charset="-127"/>
                          <a:ea typeface="맑은 고딕" panose="020B0503020000020004" pitchFamily="50" charset="-127"/>
                        </a:rPr>
                        <a:t>wait</a:t>
                      </a:r>
                      <a:endParaRPr 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12809043"/>
                  </a:ext>
                </a:extLst>
              </a:tr>
              <a:tr h="206728">
                <a:tc>
                  <a:txBody>
                    <a:bodyPr/>
                    <a:lstStyle/>
                    <a:p>
                      <a:pPr algn="l" fontAlgn="ctr">
                        <a:buNone/>
                      </a:pPr>
                      <a:r>
                        <a:rPr lang="en-US" sz="1100" u="none" strike="noStrike">
                          <a:effectLst/>
                          <a:latin typeface="맑은 고딕" panose="020B0503020000020004" pitchFamily="50" charset="-127"/>
                          <a:ea typeface="맑은 고딕" panose="020B0503020000020004" pitchFamily="50" charset="-127"/>
                        </a:rPr>
                        <a:t>gray</a:t>
                      </a:r>
                      <a:endParaRPr 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en-US" sz="1100" u="none" strike="noStrike">
                          <a:effectLst/>
                          <a:latin typeface="맑은 고딕" panose="020B0503020000020004" pitchFamily="50" charset="-127"/>
                          <a:ea typeface="맑은 고딕" panose="020B0503020000020004" pitchFamily="50" charset="-127"/>
                        </a:rPr>
                        <a:t>width</a:t>
                      </a:r>
                      <a:endParaRPr 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1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9397" marR="9397" marT="9397"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50548064"/>
                  </a:ext>
                </a:extLst>
              </a:tr>
            </a:tbl>
          </a:graphicData>
        </a:graphic>
      </p:graphicFrame>
    </p:spTree>
    <p:extLst>
      <p:ext uri="{BB962C8B-B14F-4D97-AF65-F5344CB8AC3E}">
        <p14:creationId xmlns:p14="http://schemas.microsoft.com/office/powerpoint/2010/main" val="2807328681"/>
      </p:ext>
    </p:extLst>
  </p:cSld>
  <p:clrMapOvr>
    <a:masterClrMapping/>
  </p:clrMapOvr>
  <p:transition>
    <p:diamond/>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95816-CEF1-6623-394A-C0E4316ED96F}"/>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9291B7BF-6EAF-5A8C-3135-84EAEA69DB82}"/>
              </a:ext>
            </a:extLst>
          </p:cNvPr>
          <p:cNvSpPr>
            <a:spLocks noGrp="1"/>
          </p:cNvSpPr>
          <p:nvPr>
            <p:ph type="title"/>
          </p:nvPr>
        </p:nvSpPr>
        <p:spPr/>
        <p:txBody>
          <a:bodyPr/>
          <a:lstStyle/>
          <a:p>
            <a:r>
              <a:rPr lang="ko-KR" altLang="en-US" dirty="0"/>
              <a:t>용어</a:t>
            </a:r>
          </a:p>
        </p:txBody>
      </p:sp>
      <p:sp>
        <p:nvSpPr>
          <p:cNvPr id="4" name="슬라이드 번호 개체 틀 3">
            <a:extLst>
              <a:ext uri="{FF2B5EF4-FFF2-40B4-BE49-F238E27FC236}">
                <a16:creationId xmlns:a16="http://schemas.microsoft.com/office/drawing/2014/main" id="{AC589838-100E-9BB4-DE59-08532EEF9BF8}"/>
              </a:ext>
            </a:extLst>
          </p:cNvPr>
          <p:cNvSpPr>
            <a:spLocks noGrp="1"/>
          </p:cNvSpPr>
          <p:nvPr>
            <p:ph type="sldNum" sz="quarter" idx="10"/>
          </p:nvPr>
        </p:nvSpPr>
        <p:spPr/>
        <p:txBody>
          <a:bodyPr/>
          <a:lstStyle/>
          <a:p>
            <a:fld id="{0662DF40-CD95-4196-B16C-EF23877BEF64}" type="slidenum">
              <a:rPr lang="en-US" altLang="ko-KR" smtClean="0"/>
              <a:pPr/>
              <a:t>50</a:t>
            </a:fld>
            <a:endParaRPr lang="en-US" altLang="ko-KR"/>
          </a:p>
        </p:txBody>
      </p:sp>
      <p:graphicFrame>
        <p:nvGraphicFramePr>
          <p:cNvPr id="5" name="표 4">
            <a:extLst>
              <a:ext uri="{FF2B5EF4-FFF2-40B4-BE49-F238E27FC236}">
                <a16:creationId xmlns:a16="http://schemas.microsoft.com/office/drawing/2014/main" id="{E9143836-0F20-FCE0-0D7B-4A47E555D408}"/>
              </a:ext>
            </a:extLst>
          </p:cNvPr>
          <p:cNvGraphicFramePr>
            <a:graphicFrameLocks noGrp="1"/>
          </p:cNvGraphicFramePr>
          <p:nvPr>
            <p:extLst>
              <p:ext uri="{D42A27DB-BD31-4B8C-83A1-F6EECF244321}">
                <p14:modId xmlns:p14="http://schemas.microsoft.com/office/powerpoint/2010/main" val="2228973078"/>
              </p:ext>
            </p:extLst>
          </p:nvPr>
        </p:nvGraphicFramePr>
        <p:xfrm>
          <a:off x="609600" y="1772816"/>
          <a:ext cx="7924800" cy="3312369"/>
        </p:xfrm>
        <a:graphic>
          <a:graphicData uri="http://schemas.openxmlformats.org/drawingml/2006/table">
            <a:tbl>
              <a:tblPr>
                <a:tableStyleId>{5C22544A-7EE6-4342-B048-85BDC9FD1C3A}</a:tableStyleId>
              </a:tblPr>
              <a:tblGrid>
                <a:gridCol w="1586136">
                  <a:extLst>
                    <a:ext uri="{9D8B030D-6E8A-4147-A177-3AD203B41FA5}">
                      <a16:colId xmlns:a16="http://schemas.microsoft.com/office/drawing/2014/main" val="2950276564"/>
                    </a:ext>
                  </a:extLst>
                </a:gridCol>
                <a:gridCol w="6338664">
                  <a:extLst>
                    <a:ext uri="{9D8B030D-6E8A-4147-A177-3AD203B41FA5}">
                      <a16:colId xmlns:a16="http://schemas.microsoft.com/office/drawing/2014/main" val="3115765673"/>
                    </a:ext>
                  </a:extLst>
                </a:gridCol>
              </a:tblGrid>
              <a:tr h="368041">
                <a:tc>
                  <a:txBody>
                    <a:bodyPr/>
                    <a:lstStyle/>
                    <a:p>
                      <a:pPr algn="ctr" fontAlgn="ctr">
                        <a:buNone/>
                      </a:pPr>
                      <a:r>
                        <a:rPr lang="ko-KR" altLang="en-US" sz="1200" u="none" strike="noStrike" dirty="0">
                          <a:effectLst/>
                          <a:latin typeface="맑은 고딕" panose="020B0503020000020004" pitchFamily="50" charset="-127"/>
                          <a:ea typeface="맑은 고딕" panose="020B0503020000020004" pitchFamily="50" charset="-127"/>
                        </a:rPr>
                        <a:t>용어</a:t>
                      </a:r>
                      <a:endParaRPr lang="ko-KR" altLang="en-US" sz="12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1200" u="none" strike="noStrike" dirty="0">
                          <a:effectLst/>
                          <a:latin typeface="맑은 고딕" panose="020B0503020000020004" pitchFamily="50" charset="-127"/>
                          <a:ea typeface="맑은 고딕" panose="020B0503020000020004" pitchFamily="50" charset="-127"/>
                        </a:rPr>
                        <a:t>의미</a:t>
                      </a:r>
                      <a:endParaRPr lang="ko-KR" altLang="en-US" sz="12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30064652"/>
                  </a:ext>
                </a:extLst>
              </a:tr>
              <a:tr h="368041">
                <a:tc>
                  <a:txBody>
                    <a:bodyPr/>
                    <a:lstStyle/>
                    <a:p>
                      <a:pPr algn="l" fontAlgn="ctr">
                        <a:buNone/>
                      </a:pPr>
                      <a:r>
                        <a:rPr lang="en-US" sz="1200" u="none" strike="noStrike">
                          <a:effectLst/>
                          <a:latin typeface="맑은 고딕" panose="020B0503020000020004" pitchFamily="50" charset="-127"/>
                          <a:ea typeface="맑은 고딕" panose="020B0503020000020004" pitchFamily="50" charset="-127"/>
                        </a:rPr>
                        <a:t>ASCII</a:t>
                      </a:r>
                      <a:endParaRPr lang="en-US" sz="12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2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46343755"/>
                  </a:ext>
                </a:extLst>
              </a:tr>
              <a:tr h="368041">
                <a:tc>
                  <a:txBody>
                    <a:bodyPr/>
                    <a:lstStyle/>
                    <a:p>
                      <a:pPr algn="l" fontAlgn="ctr">
                        <a:buNone/>
                      </a:pPr>
                      <a:r>
                        <a:rPr lang="en-US" sz="1200" u="none" strike="noStrike">
                          <a:effectLst/>
                          <a:latin typeface="맑은 고딕" panose="020B0503020000020004" pitchFamily="50" charset="-127"/>
                          <a:ea typeface="맑은 고딕" panose="020B0503020000020004" pitchFamily="50" charset="-127"/>
                        </a:rPr>
                        <a:t>BGR</a:t>
                      </a:r>
                      <a:endParaRPr lang="en-US" sz="12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2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8356301"/>
                  </a:ext>
                </a:extLst>
              </a:tr>
              <a:tr h="368041">
                <a:tc>
                  <a:txBody>
                    <a:bodyPr/>
                    <a:lstStyle/>
                    <a:p>
                      <a:pPr algn="l" fontAlgn="ctr">
                        <a:buNone/>
                      </a:pPr>
                      <a:r>
                        <a:rPr lang="en-US" sz="1200" u="none" strike="noStrike">
                          <a:effectLst/>
                          <a:latin typeface="맑은 고딕" panose="020B0503020000020004" pitchFamily="50" charset="-127"/>
                          <a:ea typeface="맑은 고딕" panose="020B0503020000020004" pitchFamily="50" charset="-127"/>
                        </a:rPr>
                        <a:t>BGR2GRAY</a:t>
                      </a:r>
                      <a:endParaRPr lang="en-US" sz="12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2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56044666"/>
                  </a:ext>
                </a:extLst>
              </a:tr>
              <a:tr h="368041">
                <a:tc>
                  <a:txBody>
                    <a:bodyPr/>
                    <a:lstStyle/>
                    <a:p>
                      <a:pPr algn="l" fontAlgn="ctr">
                        <a:buNone/>
                      </a:pPr>
                      <a:r>
                        <a:rPr lang="en-US" sz="1200" u="none" strike="noStrike">
                          <a:effectLst/>
                          <a:latin typeface="맑은 고딕" panose="020B0503020000020004" pitchFamily="50" charset="-127"/>
                          <a:ea typeface="맑은 고딕" panose="020B0503020000020004" pitchFamily="50" charset="-127"/>
                        </a:rPr>
                        <a:t>fps</a:t>
                      </a:r>
                      <a:endParaRPr lang="en-US" sz="12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2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3766641"/>
                  </a:ext>
                </a:extLst>
              </a:tr>
              <a:tr h="368041">
                <a:tc>
                  <a:txBody>
                    <a:bodyPr/>
                    <a:lstStyle/>
                    <a:p>
                      <a:pPr algn="l" fontAlgn="ctr">
                        <a:buNone/>
                      </a:pPr>
                      <a:r>
                        <a:rPr lang="en-US" sz="1200" u="none" strike="noStrike">
                          <a:effectLst/>
                          <a:latin typeface="맑은 고딕" panose="020B0503020000020004" pitchFamily="50" charset="-127"/>
                          <a:ea typeface="맑은 고딕" panose="020B0503020000020004" pitchFamily="50" charset="-127"/>
                        </a:rPr>
                        <a:t>frame</a:t>
                      </a:r>
                      <a:endParaRPr lang="en-US" sz="12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2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12706528"/>
                  </a:ext>
                </a:extLst>
              </a:tr>
              <a:tr h="368041">
                <a:tc>
                  <a:txBody>
                    <a:bodyPr/>
                    <a:lstStyle/>
                    <a:p>
                      <a:pPr algn="l" fontAlgn="ctr">
                        <a:buNone/>
                      </a:pPr>
                      <a:r>
                        <a:rPr lang="en-US" sz="1200" u="none" strike="noStrike">
                          <a:effectLst/>
                          <a:latin typeface="맑은 고딕" panose="020B0503020000020004" pitchFamily="50" charset="-127"/>
                          <a:ea typeface="맑은 고딕" panose="020B0503020000020004" pitchFamily="50" charset="-127"/>
                        </a:rPr>
                        <a:t>mask</a:t>
                      </a:r>
                      <a:endParaRPr lang="en-US" sz="12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2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39541445"/>
                  </a:ext>
                </a:extLst>
              </a:tr>
              <a:tr h="368041">
                <a:tc>
                  <a:txBody>
                    <a:bodyPr/>
                    <a:lstStyle/>
                    <a:p>
                      <a:pPr algn="l" fontAlgn="ctr">
                        <a:buNone/>
                      </a:pPr>
                      <a:r>
                        <a:rPr lang="en-US" sz="1200" u="none" strike="noStrike">
                          <a:effectLst/>
                          <a:latin typeface="맑은 고딕" panose="020B0503020000020004" pitchFamily="50" charset="-127"/>
                          <a:ea typeface="맑은 고딕" panose="020B0503020000020004" pitchFamily="50" charset="-127"/>
                        </a:rPr>
                        <a:t>Numpy</a:t>
                      </a:r>
                      <a:endParaRPr lang="en-US" sz="12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2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74176076"/>
                  </a:ext>
                </a:extLst>
              </a:tr>
              <a:tr h="368041">
                <a:tc>
                  <a:txBody>
                    <a:bodyPr/>
                    <a:lstStyle/>
                    <a:p>
                      <a:pPr algn="l" fontAlgn="ctr">
                        <a:buNone/>
                      </a:pPr>
                      <a:r>
                        <a:rPr lang="en-US" sz="1200" u="none" strike="noStrike">
                          <a:effectLst/>
                          <a:latin typeface="맑은 고딕" panose="020B0503020000020004" pitchFamily="50" charset="-127"/>
                          <a:ea typeface="맑은 고딕" panose="020B0503020000020004" pitchFamily="50" charset="-127"/>
                        </a:rPr>
                        <a:t>OpenCV</a:t>
                      </a:r>
                      <a:endParaRPr lang="en-US" sz="1200" b="0" i="0" u="none" strike="noStrike">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endParaRPr lang="ko-KR" altLang="en-US" sz="1200" b="0" i="0" u="none" strike="noStrike" dirty="0">
                        <a:solidFill>
                          <a:srgbClr val="000000"/>
                        </a:solidFill>
                        <a:effectLst/>
                        <a:latin typeface="맑은 고딕" panose="020B0503020000020004" pitchFamily="50" charset="-127"/>
                        <a:ea typeface="맑은 고딕" panose="020B0503020000020004" pitchFamily="50" charset="-127"/>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32122114"/>
                  </a:ext>
                </a:extLst>
              </a:tr>
            </a:tbl>
          </a:graphicData>
        </a:graphic>
      </p:graphicFrame>
    </p:spTree>
    <p:extLst>
      <p:ext uri="{BB962C8B-B14F-4D97-AF65-F5344CB8AC3E}">
        <p14:creationId xmlns:p14="http://schemas.microsoft.com/office/powerpoint/2010/main" val="2623910885"/>
      </p:ext>
    </p:extLst>
  </p:cSld>
  <p:clrMapOvr>
    <a:masterClrMapping/>
  </p:clrMapOvr>
  <p:transition>
    <p:diamond/>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제목 5"/>
          <p:cNvSpPr>
            <a:spLocks noGrp="1"/>
          </p:cNvSpPr>
          <p:nvPr>
            <p:ph type="title"/>
          </p:nvPr>
        </p:nvSpPr>
        <p:spPr/>
        <p:txBody>
          <a:bodyPr/>
          <a:lstStyle/>
          <a:p>
            <a:r>
              <a:rPr lang="ko-KR" altLang="en-US" dirty="0"/>
              <a:t>질의 응답</a:t>
            </a:r>
          </a:p>
        </p:txBody>
      </p:sp>
      <p:sp>
        <p:nvSpPr>
          <p:cNvPr id="7" name="내용 개체 틀 6"/>
          <p:cNvSpPr>
            <a:spLocks noGrp="1"/>
          </p:cNvSpPr>
          <p:nvPr>
            <p:ph idx="1"/>
          </p:nvPr>
        </p:nvSpPr>
        <p:spPr/>
        <p:txBody>
          <a:bodyPr/>
          <a:lstStyle/>
          <a:p>
            <a:pPr eaLnBrk="1" hangingPunct="1">
              <a:defRPr/>
            </a:pPr>
            <a:r>
              <a:rPr lang="en-US" altLang="ko-KR" dirty="0"/>
              <a:t>No question, no learning !!!</a:t>
            </a:r>
          </a:p>
          <a:p>
            <a:pPr eaLnBrk="1" hangingPunct="1">
              <a:defRPr/>
            </a:pPr>
            <a:r>
              <a:rPr lang="en-US" altLang="ko-KR" dirty="0"/>
              <a:t>No dumb question !!!</a:t>
            </a:r>
          </a:p>
          <a:p>
            <a:pPr eaLnBrk="1" hangingPunct="1">
              <a:defRPr/>
            </a:pPr>
            <a:r>
              <a:rPr lang="en-US" altLang="ko-KR" dirty="0"/>
              <a:t>I</a:t>
            </a:r>
            <a:r>
              <a:rPr lang="en-US" altLang="ko-KR" dirty="0">
                <a:latin typeface="Times New Roman" pitchFamily="18" charset="0"/>
              </a:rPr>
              <a:t>’</a:t>
            </a:r>
            <a:r>
              <a:rPr lang="en-US" altLang="ko-KR" dirty="0"/>
              <a:t>m here to be interrupted.</a:t>
            </a:r>
          </a:p>
          <a:p>
            <a:pPr eaLnBrk="1" hangingPunct="1">
              <a:defRPr/>
            </a:pPr>
            <a:r>
              <a:rPr lang="en-US" altLang="ko-KR" dirty="0"/>
              <a:t>I</a:t>
            </a:r>
            <a:r>
              <a:rPr lang="en-US" altLang="ko-KR" dirty="0">
                <a:latin typeface="Times New Roman" pitchFamily="18" charset="0"/>
              </a:rPr>
              <a:t>’</a:t>
            </a:r>
            <a:r>
              <a:rPr lang="en-US" altLang="ko-KR" dirty="0"/>
              <a:t>m an interrupt-driven professor.</a:t>
            </a:r>
          </a:p>
          <a:p>
            <a:pPr eaLnBrk="1" hangingPunct="1">
              <a:defRPr/>
            </a:pPr>
            <a:r>
              <a:rPr lang="en-US" altLang="ko-KR" dirty="0"/>
              <a:t>I teach less, </a:t>
            </a:r>
            <a:r>
              <a:rPr lang="en-US" altLang="ko-KR"/>
              <a:t>students learn more.</a:t>
            </a:r>
            <a:endParaRPr lang="ko-KR" altLang="en-US" dirty="0"/>
          </a:p>
        </p:txBody>
      </p:sp>
      <p:sp>
        <p:nvSpPr>
          <p:cNvPr id="2" name="슬라이드 번호 개체 틀 1"/>
          <p:cNvSpPr>
            <a:spLocks noGrp="1"/>
          </p:cNvSpPr>
          <p:nvPr>
            <p:ph type="sldNum" sz="quarter" idx="10"/>
          </p:nvPr>
        </p:nvSpPr>
        <p:spPr/>
        <p:txBody>
          <a:bodyPr/>
          <a:lstStyle/>
          <a:p>
            <a:pPr>
              <a:defRPr/>
            </a:pPr>
            <a:fld id="{59A63119-A075-4A06-B8B9-191AF54DF5F5}" type="slidenum">
              <a:rPr lang="en-US" altLang="ko-KR" smtClean="0"/>
              <a:pPr>
                <a:defRPr/>
              </a:pPr>
              <a:t>51</a:t>
            </a:fld>
            <a:endParaRPr lang="en-US" altLang="ko-KR"/>
          </a:p>
        </p:txBody>
      </p:sp>
      <p:pic>
        <p:nvPicPr>
          <p:cNvPr id="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8938" y="3714750"/>
            <a:ext cx="2752725" cy="242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16055139"/>
      </p:ext>
    </p:extLst>
  </p:cSld>
  <p:clrMapOvr>
    <a:masterClrMapping/>
  </p:clrMapOvr>
  <p:transition>
    <p:diamond/>
  </p:transition>
</p:sld>
</file>

<file path=ppt/theme/theme1.xml><?xml version="1.0" encoding="utf-8"?>
<a:theme xmlns:a="http://schemas.openxmlformats.org/drawingml/2006/main" name="기본 디자인">
  <a:themeElements>
    <a:clrScheme name="기본 디자인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기본 디자인">
      <a:majorFont>
        <a:latin typeface="HY견고딕"/>
        <a:ea typeface="HY견고딕"/>
        <a:cs typeface=""/>
      </a:majorFont>
      <a:minorFont>
        <a:latin typeface="HY견고딕"/>
        <a:ea typeface="HY견고딕"/>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기본 디자인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기본 디자인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기본 디자인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기본 디자인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기본 디자인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기본 디자인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기본 디자인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테마">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27111</TotalTime>
  <Words>2894</Words>
  <Application>Microsoft Office PowerPoint</Application>
  <PresentationFormat>화면 슬라이드 쇼(4:3)</PresentationFormat>
  <Paragraphs>630</Paragraphs>
  <Slides>51</Slides>
  <Notes>1</Notes>
  <HiddenSlides>0</HiddenSlides>
  <MMClips>0</MMClips>
  <ScaleCrop>false</ScaleCrop>
  <HeadingPairs>
    <vt:vector size="6" baseType="variant">
      <vt:variant>
        <vt:lpstr>사용한 글꼴</vt:lpstr>
      </vt:variant>
      <vt:variant>
        <vt:i4>9</vt:i4>
      </vt:variant>
      <vt:variant>
        <vt:lpstr>테마</vt:lpstr>
      </vt:variant>
      <vt:variant>
        <vt:i4>1</vt:i4>
      </vt:variant>
      <vt:variant>
        <vt:lpstr>슬라이드 제목</vt:lpstr>
      </vt:variant>
      <vt:variant>
        <vt:i4>51</vt:i4>
      </vt:variant>
    </vt:vector>
  </HeadingPairs>
  <TitlesOfParts>
    <vt:vector size="61" baseType="lpstr">
      <vt:lpstr>HY견고딕</vt:lpstr>
      <vt:lpstr>굴림</vt:lpstr>
      <vt:lpstr>맑은 고딕</vt:lpstr>
      <vt:lpstr>휴먼엑스포</vt:lpstr>
      <vt:lpstr>휴먼편지체</vt:lpstr>
      <vt:lpstr>Arial</vt:lpstr>
      <vt:lpstr>Narkisim</vt:lpstr>
      <vt:lpstr>Times New Roman</vt:lpstr>
      <vt:lpstr>Wingdings</vt:lpstr>
      <vt:lpstr>기본 디자인</vt:lpstr>
      <vt:lpstr>8강. OpenCV (사진/영상 처리 기초)</vt:lpstr>
      <vt:lpstr>PowerPoint 프레젠테이션</vt:lpstr>
      <vt:lpstr>생각 더하기</vt:lpstr>
      <vt:lpstr>학습목표</vt:lpstr>
      <vt:lpstr>OpenCV</vt:lpstr>
      <vt:lpstr>OpenCV</vt:lpstr>
      <vt:lpstr>OpenCV</vt:lpstr>
      <vt:lpstr>OpenCV</vt:lpstr>
      <vt:lpstr>OpenCV로 할 수 있는 일</vt:lpstr>
      <vt:lpstr>OpenCV로 할 수 있는 일</vt:lpstr>
      <vt:lpstr>OpenCV로 할 수 있는 일</vt:lpstr>
      <vt:lpstr>OpenCV로 할 수 있는 일</vt:lpstr>
      <vt:lpstr>실습을 위한 사진 및 영상 다운로드</vt:lpstr>
      <vt:lpstr>실습을 위한 사진 및 영상 다운로드</vt:lpstr>
      <vt:lpstr>OpenCV</vt:lpstr>
      <vt:lpstr>OpenCV 설치</vt:lpstr>
      <vt:lpstr>OpenCV 설치</vt:lpstr>
      <vt:lpstr>OpenCV 기본 함수</vt:lpstr>
      <vt:lpstr>OpenCV 기본 함수</vt:lpstr>
      <vt:lpstr>OpenCV 기본 함수</vt:lpstr>
      <vt:lpstr>Numpy(넘파이)</vt:lpstr>
      <vt:lpstr>Numpy(넘파이)</vt:lpstr>
      <vt:lpstr>Numpy(넘파이)</vt:lpstr>
      <vt:lpstr>OpenCV 그래픽 함수</vt:lpstr>
      <vt:lpstr>OpenCV 그래픽 함수</vt:lpstr>
      <vt:lpstr>OpenCV 그래픽 함수</vt:lpstr>
      <vt:lpstr>[실습1] 이미지 화면 출력</vt:lpstr>
      <vt:lpstr>[실습1-1] 크기 조절 이미지 화면 출력</vt:lpstr>
      <vt:lpstr>[참고] 파일을 열지 못했을 경우</vt:lpstr>
      <vt:lpstr>[실습2] 읽기 옵션</vt:lpstr>
      <vt:lpstr>[실습3] 이미지 저장</vt:lpstr>
      <vt:lpstr>[실습4] 흑백 이미지로 바꾸기</vt:lpstr>
      <vt:lpstr>[실습5] 이미지 자르기</vt:lpstr>
      <vt:lpstr>[실습6] 글자 출력하기</vt:lpstr>
      <vt:lpstr>[실습7] 빈 도화지에 도형 그리기</vt:lpstr>
      <vt:lpstr>동영상의 프레임</vt:lpstr>
      <vt:lpstr>OpenCV 동영상처리 함수</vt:lpstr>
      <vt:lpstr>OpenCV 동영상 관련 속성</vt:lpstr>
      <vt:lpstr>OpenCV 동영상처리 함수</vt:lpstr>
      <vt:lpstr>[실습8] 동영상 재생</vt:lpstr>
      <vt:lpstr>[실습9] 동영상 저장</vt:lpstr>
      <vt:lpstr>[응용 예제] 영상 합성</vt:lpstr>
      <vt:lpstr>[응용 예제] 영상 합성</vt:lpstr>
      <vt:lpstr>[실습10] 영상 합성</vt:lpstr>
      <vt:lpstr>[실습10] 영상 합성</vt:lpstr>
      <vt:lpstr>[실습10] 영상 합성</vt:lpstr>
      <vt:lpstr>학습요약</vt:lpstr>
      <vt:lpstr>과제</vt:lpstr>
      <vt:lpstr>단어</vt:lpstr>
      <vt:lpstr>용어</vt:lpstr>
      <vt:lpstr>질의 응답</vt:lpstr>
    </vt:vector>
  </TitlesOfParts>
  <Company>두원공과대학 인터넷프로그래밍과</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김형래</dc:creator>
  <cp:lastModifiedBy>김형래</cp:lastModifiedBy>
  <cp:revision>551</cp:revision>
  <dcterms:created xsi:type="dcterms:W3CDTF">2003-05-07T20:17:23Z</dcterms:created>
  <dcterms:modified xsi:type="dcterms:W3CDTF">2025-10-15T06:43:26Z</dcterms:modified>
</cp:coreProperties>
</file>