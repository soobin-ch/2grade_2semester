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2"/>
  </p:notesMasterIdLst>
  <p:handoutMasterIdLst>
    <p:handoutMasterId r:id="rId53"/>
  </p:handoutMasterIdLst>
  <p:sldIdLst>
    <p:sldId id="632" r:id="rId2"/>
    <p:sldId id="648" r:id="rId3"/>
    <p:sldId id="1147" r:id="rId4"/>
    <p:sldId id="1148" r:id="rId5"/>
    <p:sldId id="705" r:id="rId6"/>
    <p:sldId id="1196" r:id="rId7"/>
    <p:sldId id="1252" r:id="rId8"/>
    <p:sldId id="1253" r:id="rId9"/>
    <p:sldId id="1292" r:id="rId10"/>
    <p:sldId id="1256" r:id="rId11"/>
    <p:sldId id="1288" r:id="rId12"/>
    <p:sldId id="1287" r:id="rId13"/>
    <p:sldId id="1259" r:id="rId14"/>
    <p:sldId id="1257" r:id="rId15"/>
    <p:sldId id="1258" r:id="rId16"/>
    <p:sldId id="1197" r:id="rId17"/>
    <p:sldId id="1289" r:id="rId18"/>
    <p:sldId id="1203" r:id="rId19"/>
    <p:sldId id="1285" r:id="rId20"/>
    <p:sldId id="1260" r:id="rId21"/>
    <p:sldId id="1265" r:id="rId22"/>
    <p:sldId id="1293" r:id="rId23"/>
    <p:sldId id="1261" r:id="rId24"/>
    <p:sldId id="1267" r:id="rId25"/>
    <p:sldId id="1266" r:id="rId26"/>
    <p:sldId id="1294" r:id="rId27"/>
    <p:sldId id="1176" r:id="rId28"/>
    <p:sldId id="1263" r:id="rId29"/>
    <p:sldId id="1262" r:id="rId30"/>
    <p:sldId id="1268" r:id="rId31"/>
    <p:sldId id="1269" r:id="rId32"/>
    <p:sldId id="1270" r:id="rId33"/>
    <p:sldId id="1271" r:id="rId34"/>
    <p:sldId id="1272" r:id="rId35"/>
    <p:sldId id="1273" r:id="rId36"/>
    <p:sldId id="1295" r:id="rId37"/>
    <p:sldId id="1274" r:id="rId38"/>
    <p:sldId id="1275" r:id="rId39"/>
    <p:sldId id="1277" r:id="rId40"/>
    <p:sldId id="1276" r:id="rId41"/>
    <p:sldId id="1278" r:id="rId42"/>
    <p:sldId id="1279" r:id="rId43"/>
    <p:sldId id="1280" r:id="rId44"/>
    <p:sldId id="1282" r:id="rId45"/>
    <p:sldId id="1283" r:id="rId46"/>
    <p:sldId id="1284" r:id="rId47"/>
    <p:sldId id="1296" r:id="rId48"/>
    <p:sldId id="1193" r:id="rId49"/>
    <p:sldId id="1192" r:id="rId50"/>
    <p:sldId id="703" r:id="rId51"/>
  </p:sldIdLst>
  <p:sldSz cx="9144000" cy="6858000" type="screen4x3"/>
  <p:notesSz cx="6797675" cy="9928225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anose="02030600000101010101" pitchFamily="18" charset="-127"/>
        <a:ea typeface="HY견고딕" panose="02030600000101010101" pitchFamily="18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anose="02030600000101010101" pitchFamily="18" charset="-127"/>
        <a:ea typeface="HY견고딕" panose="02030600000101010101" pitchFamily="18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anose="02030600000101010101" pitchFamily="18" charset="-127"/>
        <a:ea typeface="HY견고딕" panose="02030600000101010101" pitchFamily="18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anose="02030600000101010101" pitchFamily="18" charset="-127"/>
        <a:ea typeface="HY견고딕" panose="02030600000101010101" pitchFamily="18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anose="02030600000101010101" pitchFamily="18" charset="-127"/>
        <a:ea typeface="HY견고딕" panose="02030600000101010101" pitchFamily="18" charset="-127"/>
        <a:cs typeface="+mn-cs"/>
      </a:defRPr>
    </a:lvl5pPr>
    <a:lvl6pPr marL="2286000" algn="l" defTabSz="914400" rtl="0" eaLnBrk="1" latinLnBrk="1" hangingPunct="1">
      <a:defRPr kumimoji="1" sz="1600" kern="1200">
        <a:solidFill>
          <a:schemeClr val="tx1"/>
        </a:solidFill>
        <a:latin typeface="HY견고딕" panose="02030600000101010101" pitchFamily="18" charset="-127"/>
        <a:ea typeface="HY견고딕" panose="02030600000101010101" pitchFamily="18" charset="-127"/>
        <a:cs typeface="+mn-cs"/>
      </a:defRPr>
    </a:lvl6pPr>
    <a:lvl7pPr marL="2743200" algn="l" defTabSz="914400" rtl="0" eaLnBrk="1" latinLnBrk="1" hangingPunct="1">
      <a:defRPr kumimoji="1" sz="1600" kern="1200">
        <a:solidFill>
          <a:schemeClr val="tx1"/>
        </a:solidFill>
        <a:latin typeface="HY견고딕" panose="02030600000101010101" pitchFamily="18" charset="-127"/>
        <a:ea typeface="HY견고딕" panose="02030600000101010101" pitchFamily="18" charset="-127"/>
        <a:cs typeface="+mn-cs"/>
      </a:defRPr>
    </a:lvl7pPr>
    <a:lvl8pPr marL="3200400" algn="l" defTabSz="914400" rtl="0" eaLnBrk="1" latinLnBrk="1" hangingPunct="1">
      <a:defRPr kumimoji="1" sz="1600" kern="1200">
        <a:solidFill>
          <a:schemeClr val="tx1"/>
        </a:solidFill>
        <a:latin typeface="HY견고딕" panose="02030600000101010101" pitchFamily="18" charset="-127"/>
        <a:ea typeface="HY견고딕" panose="02030600000101010101" pitchFamily="18" charset="-127"/>
        <a:cs typeface="+mn-cs"/>
      </a:defRPr>
    </a:lvl8pPr>
    <a:lvl9pPr marL="3657600" algn="l" defTabSz="914400" rtl="0" eaLnBrk="1" latinLnBrk="1" hangingPunct="1">
      <a:defRPr kumimoji="1" sz="1600" kern="1200">
        <a:solidFill>
          <a:schemeClr val="tx1"/>
        </a:solidFill>
        <a:latin typeface="HY견고딕" panose="02030600000101010101" pitchFamily="18" charset="-127"/>
        <a:ea typeface="HY견고딕" panose="02030600000101010101" pitchFamily="18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6699FF"/>
    <a:srgbClr val="CC6600"/>
    <a:srgbClr val="CC9900"/>
    <a:srgbClr val="9900FF"/>
    <a:srgbClr val="FFCC99"/>
    <a:srgbClr val="0000FF"/>
    <a:srgbClr val="CCFF99"/>
    <a:srgbClr val="858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33" autoAdjust="0"/>
    <p:restoredTop sz="94637" autoAdjust="0"/>
  </p:normalViewPr>
  <p:slideViewPr>
    <p:cSldViewPr>
      <p:cViewPr varScale="1">
        <p:scale>
          <a:sx n="99" d="100"/>
          <a:sy n="99" d="100"/>
        </p:scale>
        <p:origin x="498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00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t" anchorCtr="0" compatLnSpc="1">
            <a:prstTxWarp prst="textNoShape">
              <a:avLst/>
            </a:prstTxWarp>
          </a:bodyPr>
          <a:lstStyle>
            <a:lvl1pPr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275" y="0"/>
            <a:ext cx="294640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t" anchorCtr="0" compatLnSpc="1">
            <a:prstTxWarp prst="textNoShape">
              <a:avLst/>
            </a:prstTxWarp>
          </a:bodyPr>
          <a:lstStyle>
            <a:lvl1pPr algn="r"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01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750"/>
            <a:ext cx="294640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b" anchorCtr="0" compatLnSpc="1">
            <a:prstTxWarp prst="textNoShape">
              <a:avLst/>
            </a:prstTxWarp>
          </a:bodyPr>
          <a:lstStyle>
            <a:lvl1pPr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01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275" y="9429750"/>
            <a:ext cx="294640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b" anchorCtr="0" compatLnSpc="1">
            <a:prstTxWarp prst="textNoShape">
              <a:avLst/>
            </a:prstTxWarp>
          </a:bodyPr>
          <a:lstStyle>
            <a:lvl1pPr algn="r" defTabSz="927100">
              <a:defRPr sz="1200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fld id="{6E18D26C-3B1C-4A75-AF3E-A957EA2050B8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t" anchorCtr="0" compatLnSpc="1">
            <a:prstTxWarp prst="textNoShape">
              <a:avLst/>
            </a:prstTxWarp>
          </a:bodyPr>
          <a:lstStyle>
            <a:lvl1pPr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0"/>
            <a:ext cx="294640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t" anchorCtr="0" compatLnSpc="1">
            <a:prstTxWarp prst="textNoShape">
              <a:avLst/>
            </a:prstTxWarp>
          </a:bodyPr>
          <a:lstStyle>
            <a:lvl1pPr algn="r"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99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9163" y="746125"/>
            <a:ext cx="4960937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463" y="4714875"/>
            <a:ext cx="4984750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750"/>
            <a:ext cx="294640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b" anchorCtr="0" compatLnSpc="1">
            <a:prstTxWarp prst="textNoShape">
              <a:avLst/>
            </a:prstTxWarp>
          </a:bodyPr>
          <a:lstStyle>
            <a:lvl1pPr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429750"/>
            <a:ext cx="294640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b" anchorCtr="0" compatLnSpc="1">
            <a:prstTxWarp prst="textNoShape">
              <a:avLst/>
            </a:prstTxWarp>
          </a:bodyPr>
          <a:lstStyle>
            <a:lvl1pPr algn="r" defTabSz="927100">
              <a:defRPr sz="1200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fld id="{A47F0F6E-AF40-4620-A1A6-208690352297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3C7CC32-617A-4543-9F16-0492C8AD01FA}" type="slidenum">
              <a:rPr lang="en-US" altLang="ko-KR" smtClean="0"/>
              <a:pPr>
                <a:defRPr/>
              </a:pPr>
              <a:t>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697593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1BE3D2A-221C-4236-B09B-111D309BF24A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08520258"/>
      </p:ext>
    </p:extLst>
  </p:cSld>
  <p:clrMapOvr>
    <a:masterClrMapping/>
  </p:clrMapOvr>
  <p:transition>
    <p:diamond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chemeClr val="accent6">
                  <a:lumMod val="50000"/>
                </a:schemeClr>
              </a:buClr>
              <a:defRPr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540000" indent="-180000">
              <a:buClr>
                <a:schemeClr val="accent6">
                  <a:lumMod val="50000"/>
                </a:schemeClr>
              </a:buClr>
              <a:defRPr b="1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792000" indent="-144000">
              <a:defRPr b="1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b="1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b="1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fld id="{0662DF40-CD95-4196-B16C-EF23877BEF64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30270425"/>
      </p:ext>
    </p:extLst>
  </p:cSld>
  <p:clrMapOvr>
    <a:masterClrMapping/>
  </p:clrMapOvr>
  <p:transition>
    <p:diamond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A90645-18CC-4080-AA78-8345F84AA3FC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792483"/>
      </p:ext>
    </p:extLst>
  </p:cSld>
  <p:clrMapOvr>
    <a:masterClrMapping/>
  </p:clrMapOvr>
  <p:transition>
    <p:diamond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07950" y="981075"/>
            <a:ext cx="4398963" cy="5581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59313" y="981075"/>
            <a:ext cx="4398962" cy="5581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FD180CC-85CA-4A26-A6C0-DE61C9CE90F2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48083975"/>
      </p:ext>
    </p:extLst>
  </p:cSld>
  <p:clrMapOvr>
    <a:masterClrMapping/>
  </p:clrMapOvr>
  <p:transition>
    <p:diamond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D28EFD3-9F17-4F2E-A4A6-06CB9F2FD85B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24396524"/>
      </p:ext>
    </p:extLst>
  </p:cSld>
  <p:clrMapOvr>
    <a:masterClrMapping/>
  </p:clrMapOvr>
  <p:transition>
    <p:diamond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C18258E-745D-49A3-B42E-85584AAF848E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9147816"/>
      </p:ext>
    </p:extLst>
  </p:cSld>
  <p:clrMapOvr>
    <a:masterClrMapping/>
  </p:clrMapOvr>
  <p:transition>
    <p:diamond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0B21161-BD0B-43AB-A0F1-8EAE020023EE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7936474"/>
      </p:ext>
    </p:extLst>
  </p:cSld>
  <p:clrMapOvr>
    <a:masterClrMapping/>
  </p:clrMapOvr>
  <p:transition>
    <p:diamond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1C2CC99-8F12-4602-A805-6D054ED5A58E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18920583"/>
      </p:ext>
    </p:extLst>
  </p:cSld>
  <p:clrMapOvr>
    <a:masterClrMapping/>
  </p:clrMapOvr>
  <p:transition>
    <p:diamond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20EE68-4FFD-4146-8152-D379E891418C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57287805"/>
      </p:ext>
    </p:extLst>
  </p:cSld>
  <p:clrMapOvr>
    <a:masterClrMapping/>
  </p:clrMapOvr>
  <p:transition>
    <p:diamond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39A198F-69FF-49CD-AE6F-66B8F34D0E9F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10332559"/>
      </p:ext>
    </p:extLst>
  </p:cSld>
  <p:clrMapOvr>
    <a:masterClrMapping/>
  </p:clrMapOvr>
  <p:transition>
    <p:diamond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21488" y="188913"/>
            <a:ext cx="2236787" cy="6373812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07950" y="188913"/>
            <a:ext cx="6561138" cy="6373812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2C26BED-B130-401B-B39F-2F6B80673298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76354483"/>
      </p:ext>
    </p:extLst>
  </p:cSld>
  <p:clrMapOvr>
    <a:masterClrMapping/>
  </p:clrMapOvr>
  <p:transition>
    <p:diamond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 preserve="1">
  <p:cSld name="제목, 텍스트 및 차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7950" y="188913"/>
            <a:ext cx="8928100" cy="5461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107950" y="981075"/>
            <a:ext cx="4398963" cy="55816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차트 개체 틀 3"/>
          <p:cNvSpPr>
            <a:spLocks noGrp="1"/>
          </p:cNvSpPr>
          <p:nvPr>
            <p:ph type="chart" sz="half" idx="2"/>
          </p:nvPr>
        </p:nvSpPr>
        <p:spPr>
          <a:xfrm>
            <a:off x="4659313" y="981075"/>
            <a:ext cx="4398962" cy="5581650"/>
          </a:xfrm>
        </p:spPr>
        <p:txBody>
          <a:bodyPr/>
          <a:lstStyle/>
          <a:p>
            <a:pPr lvl="0"/>
            <a:endParaRPr lang="ko-KR" altLang="en-US" noProof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F44DB92-B6B2-4C58-9652-839AF8C5938E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06087093"/>
      </p:ext>
    </p:extLst>
  </p:cSld>
  <p:clrMapOvr>
    <a:masterClrMapping/>
  </p:clrMapOvr>
  <p:transition>
    <p:diamond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5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" y="6500813"/>
            <a:ext cx="7232650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14"/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1052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7950" y="87313"/>
            <a:ext cx="8928100" cy="74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7950" y="981075"/>
            <a:ext cx="8950325" cy="558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534400" y="6553200"/>
            <a:ext cx="533400" cy="315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rgbClr val="0070C0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defRPr>
            </a:lvl1pPr>
          </a:lstStyle>
          <a:p>
            <a:fld id="{3F8E1CEE-8D81-4355-9B98-CFF96B1FE2F4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  <p:sp>
        <p:nvSpPr>
          <p:cNvPr id="9" name="Text Box 16"/>
          <p:cNvSpPr txBox="1">
            <a:spLocks noChangeArrowheads="1"/>
          </p:cNvSpPr>
          <p:nvPr userDrawn="1"/>
        </p:nvSpPr>
        <p:spPr bwMode="auto">
          <a:xfrm>
            <a:off x="34925" y="6562725"/>
            <a:ext cx="4779963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60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</a:defRPr>
            </a:lvl1pPr>
            <a:lvl2pPr marL="742950" indent="-285750" eaLnBrk="0" hangingPunct="0">
              <a:defRPr kumimoji="1" sz="160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</a:defRPr>
            </a:lvl2pPr>
            <a:lvl3pPr marL="1143000" indent="-228600" eaLnBrk="0" hangingPunct="0">
              <a:defRPr kumimoji="1" sz="160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</a:defRPr>
            </a:lvl3pPr>
            <a:lvl4pPr marL="1600200" indent="-228600" eaLnBrk="0" hangingPunct="0">
              <a:defRPr kumimoji="1" sz="160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</a:defRPr>
            </a:lvl4pPr>
            <a:lvl5pPr marL="2057400" indent="-228600" eaLnBrk="0" hangingPunct="0">
              <a:defRPr kumimoji="1" sz="160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</a:defRPr>
            </a:lvl9pPr>
          </a:lstStyle>
          <a:p>
            <a:pPr eaLnBrk="1" latinLnBrk="1" hangingPunct="1">
              <a:spcBef>
                <a:spcPct val="50000"/>
              </a:spcBef>
              <a:defRPr/>
            </a:pPr>
            <a:r>
              <a:rPr lang="ko-KR" altLang="en-US" sz="1100" b="1" dirty="0">
                <a:solidFill>
                  <a:srgbClr val="CC33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꿈    은 이루어진다 </a:t>
            </a:r>
            <a:r>
              <a:rPr lang="en-US" altLang="ko-KR" sz="1100" b="1" dirty="0">
                <a:solidFill>
                  <a:srgbClr val="CC33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!</a:t>
            </a:r>
          </a:p>
        </p:txBody>
      </p:sp>
      <p:pic>
        <p:nvPicPr>
          <p:cNvPr id="10" name="Picture 2"/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288" y="6608763"/>
            <a:ext cx="971550" cy="220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포인트가 5개인 별 10"/>
          <p:cNvSpPr/>
          <p:nvPr userDrawn="1"/>
        </p:nvSpPr>
        <p:spPr>
          <a:xfrm>
            <a:off x="265113" y="6515100"/>
            <a:ext cx="214312" cy="269875"/>
          </a:xfrm>
          <a:prstGeom prst="star5">
            <a:avLst/>
          </a:prstGeom>
          <a:solidFill>
            <a:srgbClr val="FFFF00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>
    <p:diamond/>
  </p:transition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rgbClr val="003366"/>
        </a:buClr>
        <a:buFont typeface="Wingdings" panose="05000000000000000000" pitchFamily="2" charset="2"/>
        <a:buChar char="v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rgbClr val="008080"/>
        </a:buClr>
        <a:buFont typeface="Wingdings" panose="05000000000000000000" pitchFamily="2" charset="2"/>
        <a:buChar char="§"/>
        <a:defRPr kumimoji="1" sz="2000">
          <a:solidFill>
            <a:srgbClr val="005250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000">
          <a:solidFill>
            <a:srgbClr val="777777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 sz="2000">
          <a:solidFill>
            <a:srgbClr val="5F5F5F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 sz="2000">
          <a:solidFill>
            <a:srgbClr val="5F5F5F"/>
          </a:solidFill>
          <a:latin typeface="+mn-lt"/>
          <a:ea typeface="+mn-ea"/>
        </a:defRPr>
      </a:lvl5pPr>
      <a:lvl6pPr marL="25146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>
          <a:solidFill>
            <a:srgbClr val="5F5F5F"/>
          </a:solidFill>
          <a:latin typeface="+mn-lt"/>
          <a:ea typeface="+mn-ea"/>
        </a:defRPr>
      </a:lvl6pPr>
      <a:lvl7pPr marL="29718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>
          <a:solidFill>
            <a:srgbClr val="5F5F5F"/>
          </a:solidFill>
          <a:latin typeface="+mn-lt"/>
          <a:ea typeface="+mn-ea"/>
        </a:defRPr>
      </a:lvl7pPr>
      <a:lvl8pPr marL="34290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>
          <a:solidFill>
            <a:srgbClr val="5F5F5F"/>
          </a:solidFill>
          <a:latin typeface="+mn-lt"/>
          <a:ea typeface="+mn-ea"/>
        </a:defRPr>
      </a:lvl8pPr>
      <a:lvl9pPr marL="38862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>
          <a:solidFill>
            <a:srgbClr val="5F5F5F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361BE838-21C4-44E0-A59C-8FA45DC8143D}" type="slidenum">
              <a:rPr lang="en-US" altLang="ko-KR" smtClean="0"/>
              <a:pPr/>
              <a:t>1</a:t>
            </a:fld>
            <a:endParaRPr lang="en-US" altLang="ko-KR" dirty="0"/>
          </a:p>
        </p:txBody>
      </p:sp>
      <p:sp>
        <p:nvSpPr>
          <p:cNvPr id="12" name="직사각형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56AD90E-7669-D506-0C52-EC1320486F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704" y="0"/>
            <a:ext cx="5550390" cy="6858000"/>
          </a:xfrm>
          <a:prstGeom prst="rect">
            <a:avLst/>
          </a:prstGeom>
        </p:spPr>
      </p:pic>
      <p:sp>
        <p:nvSpPr>
          <p:cNvPr id="205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60488" y="5445224"/>
            <a:ext cx="6400800" cy="503460"/>
          </a:xfrm>
        </p:spPr>
        <p:txBody>
          <a:bodyPr>
            <a:scene3d>
              <a:camera prst="orthographicFront"/>
              <a:lightRig rig="threePt" dir="t"/>
            </a:scene3d>
            <a:sp3d extrusionH="6350" contourW="6350"/>
          </a:bodyPr>
          <a:lstStyle/>
          <a:p>
            <a:pPr eaLnBrk="1" hangingPunct="1">
              <a:defRPr/>
            </a:pPr>
            <a:r>
              <a:rPr lang="ko-KR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두원공과대학교 컴퓨터공학과 </a:t>
            </a:r>
            <a:r>
              <a:rPr lang="en-US" altLang="ko-KR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학년</a:t>
            </a:r>
          </a:p>
        </p:txBody>
      </p:sp>
      <p:sp>
        <p:nvSpPr>
          <p:cNvPr id="10" name="제목 9"/>
          <p:cNvSpPr>
            <a:spLocks noGrp="1"/>
          </p:cNvSpPr>
          <p:nvPr>
            <p:ph type="ctrTitle"/>
          </p:nvPr>
        </p:nvSpPr>
        <p:spPr>
          <a:xfrm>
            <a:off x="490984" y="332656"/>
            <a:ext cx="8043416" cy="1616075"/>
          </a:xfrm>
        </p:spPr>
        <p:txBody>
          <a:bodyPr>
            <a:scene3d>
              <a:camera prst="orthographicFront"/>
              <a:lightRig rig="threePt" dir="t"/>
            </a:scene3d>
            <a:sp3d extrusionH="6350" contourW="6350"/>
          </a:bodyPr>
          <a:lstStyle/>
          <a:p>
            <a:pPr algn="ctr">
              <a:defRPr/>
            </a:pPr>
            <a:r>
              <a:rPr lang="en-US" altLang="ko-KR" sz="4000" dirty="0">
                <a:solidFill>
                  <a:srgbClr val="FFFF00"/>
                </a:solidFill>
              </a:rPr>
              <a:t>11</a:t>
            </a:r>
            <a:r>
              <a:rPr lang="ko-KR" altLang="en-US" sz="4000" dirty="0">
                <a:solidFill>
                  <a:srgbClr val="FFFF00"/>
                </a:solidFill>
              </a:rPr>
              <a:t>강</a:t>
            </a:r>
            <a:r>
              <a:rPr lang="en-US" altLang="ko-KR" sz="4000" dirty="0">
                <a:solidFill>
                  <a:srgbClr val="FFFF00"/>
                </a:solidFill>
              </a:rPr>
              <a:t>. </a:t>
            </a:r>
            <a:r>
              <a:rPr lang="ko-KR" altLang="en-US" sz="4000" dirty="0">
                <a:solidFill>
                  <a:srgbClr val="FFFF00"/>
                </a:solidFill>
              </a:rPr>
              <a:t>오디오 활용</a:t>
            </a:r>
            <a:br>
              <a:rPr lang="en-US" altLang="ko-KR" sz="4000" dirty="0">
                <a:solidFill>
                  <a:srgbClr val="FFFF00"/>
                </a:solidFill>
              </a:rPr>
            </a:br>
            <a:r>
              <a:rPr lang="en-US" altLang="ko-KR" sz="4000" dirty="0">
                <a:solidFill>
                  <a:srgbClr val="FFFF00"/>
                </a:solidFill>
              </a:rPr>
              <a:t>(</a:t>
            </a:r>
            <a:r>
              <a:rPr lang="ko-KR" altLang="en-US" sz="4000" dirty="0">
                <a:solidFill>
                  <a:srgbClr val="FFFF00"/>
                </a:solidFill>
              </a:rPr>
              <a:t>마이크 및 스피커</a:t>
            </a:r>
            <a:r>
              <a:rPr lang="en-US" altLang="ko-KR" sz="4000" dirty="0">
                <a:solidFill>
                  <a:srgbClr val="FFFF00"/>
                </a:solidFill>
              </a:rPr>
              <a:t>)</a:t>
            </a:r>
            <a:endParaRPr lang="ko-KR" altLang="en-US" sz="4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>
    <p:diamond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36053847-62A1-4E89-8DAA-4521CF1C0422}" type="slidenum">
              <a:rPr lang="en-US" altLang="ko-KR" smtClean="0"/>
              <a:pPr/>
              <a:t>2</a:t>
            </a:fld>
            <a:endParaRPr lang="en-US" altLang="ko-KR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C1CFBD8-781C-B3D5-71BB-31A4CAAF7AFB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F014C4E-3145-EF71-38ED-EBCA87BEEA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9047" y="0"/>
            <a:ext cx="5245905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CFDED5D-D8E5-C0C2-6243-BCDDC1CC1653}"/>
              </a:ext>
            </a:extLst>
          </p:cNvPr>
          <p:cNvSpPr txBox="1"/>
          <p:nvPr/>
        </p:nvSpPr>
        <p:spPr>
          <a:xfrm>
            <a:off x="1187641" y="3068960"/>
            <a:ext cx="6768736" cy="147784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32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내 굳은 살의 두께가</a:t>
            </a:r>
            <a:endParaRPr lang="en-US" altLang="ko-KR" sz="3200" b="1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Wingdings" panose="05000000000000000000" pitchFamily="2" charset="2"/>
            </a:endParaRPr>
          </a:p>
          <a:p>
            <a:pPr algn="ctr">
              <a:lnSpc>
                <a:spcPct val="150000"/>
              </a:lnSpc>
            </a:pPr>
            <a:r>
              <a:rPr lang="en-US" altLang="ko-KR" sz="32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 </a:t>
            </a:r>
            <a:r>
              <a:rPr lang="ko-KR" altLang="en-US" sz="32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내 삶의 질을 결정한다 </a:t>
            </a:r>
            <a:r>
              <a:rPr lang="en-US" altLang="ko-KR" sz="32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!</a:t>
            </a:r>
            <a:endParaRPr lang="ko-KR" altLang="en-US" sz="3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ransition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837AAA-9225-BF7A-E059-120515509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생각 더하기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D299EF-1918-3AF4-E997-ADA91BD428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3</a:t>
            </a:fld>
            <a:endParaRPr lang="en-US" altLang="ko-KR"/>
          </a:p>
        </p:txBody>
      </p:sp>
      <p:sp>
        <p:nvSpPr>
          <p:cNvPr id="5" name="AutoShape 7">
            <a:extLst>
              <a:ext uri="{FF2B5EF4-FFF2-40B4-BE49-F238E27FC236}">
                <a16:creationId xmlns:a16="http://schemas.microsoft.com/office/drawing/2014/main" id="{89726EAC-9563-E113-C8EF-5A4608B19C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25" y="1052736"/>
            <a:ext cx="8997950" cy="431800"/>
          </a:xfrm>
          <a:prstGeom prst="roundRect">
            <a:avLst>
              <a:gd name="adj" fmla="val 0"/>
            </a:avLst>
          </a:prstGeom>
          <a:solidFill>
            <a:srgbClr val="FFFFCC"/>
          </a:solidFill>
          <a:ln w="19050">
            <a:solidFill>
              <a:srgbClr val="339966"/>
            </a:solidFill>
            <a:round/>
            <a:headEnd/>
            <a:tailEnd/>
          </a:ln>
        </p:spPr>
        <p:txBody>
          <a:bodyPr wrap="none" anchor="ctr"/>
          <a:lstStyle/>
          <a:p>
            <a:pPr algn="just"/>
            <a:r>
              <a:rPr lang="ko-KR" altLang="en-US" sz="2400" dirty="0">
                <a:solidFill>
                  <a:srgbClr val="339966"/>
                </a:solidFill>
                <a:latin typeface="+mn-ea"/>
                <a:ea typeface="+mn-ea"/>
              </a:rPr>
              <a:t>소포클레스의 명언</a:t>
            </a:r>
            <a:endParaRPr lang="en-US" altLang="ko-KR" sz="24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8C88A8E1-671F-10F7-DF36-A829A93D71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26" y="1484536"/>
            <a:ext cx="8997950" cy="4891087"/>
          </a:xfrm>
          <a:prstGeom prst="rect">
            <a:avLst/>
          </a:prstGeom>
          <a:solidFill>
            <a:schemeClr val="bg1"/>
          </a:solidFill>
          <a:ln w="19050">
            <a:solidFill>
              <a:srgbClr val="339966"/>
            </a:solidFill>
            <a:miter lim="800000"/>
            <a:headEnd/>
            <a:tailEnd/>
          </a:ln>
        </p:spPr>
        <p:txBody>
          <a:bodyPr anchor="ctr"/>
          <a:lstStyle/>
          <a:p>
            <a:pPr>
              <a:lnSpc>
                <a:spcPct val="150000"/>
              </a:lnSpc>
            </a:pPr>
            <a:r>
              <a:rPr lang="ko-KR" altLang="en-US" sz="2000" b="0" i="0" dirty="0">
                <a:solidFill>
                  <a:srgbClr val="181818"/>
                </a:solidFill>
                <a:effectLst/>
                <a:latin typeface="휴먼편지체" panose="02030504000101010101" pitchFamily="18" charset="-127"/>
                <a:ea typeface="휴먼편지체" panose="02030504000101010101" pitchFamily="18" charset="-127"/>
              </a:rPr>
              <a:t>내가 헛되이 보낸 오늘 하루는</a:t>
            </a:r>
            <a:endParaRPr lang="en-US" altLang="ko-KR" sz="2000" b="0" i="0" dirty="0">
              <a:solidFill>
                <a:srgbClr val="181818"/>
              </a:solidFill>
              <a:effectLst/>
              <a:latin typeface="휴먼편지체" panose="02030504000101010101" pitchFamily="18" charset="-127"/>
              <a:ea typeface="휴먼편지체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solidFill>
                  <a:srgbClr val="181818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어제 죽은 이가 </a:t>
            </a:r>
            <a:r>
              <a:rPr lang="ko-KR" altLang="en-US" sz="2000" b="0" i="0" dirty="0">
                <a:solidFill>
                  <a:srgbClr val="181818"/>
                </a:solidFill>
                <a:effectLst/>
                <a:latin typeface="휴먼편지체" panose="02030504000101010101" pitchFamily="18" charset="-127"/>
                <a:ea typeface="휴먼편지체" panose="02030504000101010101" pitchFamily="18" charset="-127"/>
              </a:rPr>
              <a:t>간절히 바라던 </a:t>
            </a:r>
            <a:r>
              <a:rPr lang="ko-KR" altLang="en-US" sz="2000" dirty="0">
                <a:solidFill>
                  <a:srgbClr val="181818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내일이다</a:t>
            </a:r>
            <a:r>
              <a:rPr lang="en-US" altLang="ko-KR" sz="2000" dirty="0">
                <a:solidFill>
                  <a:srgbClr val="181818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altLang="ko-KR" sz="2000" b="1" i="0" dirty="0">
                <a:solidFill>
                  <a:srgbClr val="800000"/>
                </a:solidFill>
                <a:effectLst/>
                <a:latin typeface="휴먼편지체" panose="02030504000101010101" pitchFamily="18" charset="-127"/>
                <a:ea typeface="휴먼편지체" panose="02030504000101010101" pitchFamily="18" charset="-127"/>
              </a:rPr>
              <a:t>― </a:t>
            </a:r>
            <a:r>
              <a:rPr lang="ko-KR" altLang="en-US" sz="2000" b="1" i="0" dirty="0">
                <a:solidFill>
                  <a:srgbClr val="800000"/>
                </a:solidFill>
                <a:effectLst/>
                <a:latin typeface="휴먼편지체" panose="02030504000101010101" pitchFamily="18" charset="-127"/>
                <a:ea typeface="휴먼편지체" panose="02030504000101010101" pitchFamily="18" charset="-127"/>
              </a:rPr>
              <a:t>소포클레스</a:t>
            </a:r>
            <a:r>
              <a:rPr lang="en-US" altLang="ko-KR" sz="2000" b="1" i="0" dirty="0">
                <a:solidFill>
                  <a:srgbClr val="800000"/>
                </a:solidFill>
                <a:effectLst/>
                <a:latin typeface="휴먼편지체" panose="02030504000101010101" pitchFamily="18" charset="-127"/>
                <a:ea typeface="휴먼편지체" panose="02030504000101010101" pitchFamily="18" charset="-127"/>
              </a:rPr>
              <a:t>(Sophocles)</a:t>
            </a:r>
          </a:p>
          <a:p>
            <a:pPr algn="l">
              <a:lnSpc>
                <a:spcPct val="150000"/>
              </a:lnSpc>
            </a:pPr>
            <a:endParaRPr lang="en-US" altLang="ko-KR" sz="2400" b="0" i="1" dirty="0">
              <a:solidFill>
                <a:srgbClr val="31708F"/>
              </a:solidFill>
              <a:effectLst/>
              <a:latin typeface="Whitney"/>
            </a:endParaRPr>
          </a:p>
          <a:p>
            <a:pPr algn="l">
              <a:lnSpc>
                <a:spcPct val="150000"/>
              </a:lnSpc>
            </a:pPr>
            <a:endParaRPr lang="en-US" altLang="ko-KR" sz="2400" b="0" i="1" dirty="0">
              <a:solidFill>
                <a:srgbClr val="31708F"/>
              </a:solidFill>
              <a:effectLst/>
              <a:latin typeface="Whitney"/>
            </a:endParaRPr>
          </a:p>
          <a:p>
            <a:pPr algn="l">
              <a:lnSpc>
                <a:spcPct val="150000"/>
              </a:lnSpc>
            </a:pPr>
            <a:r>
              <a:rPr lang="en-US" altLang="ko-KR" sz="2400" b="0" i="1" dirty="0">
                <a:solidFill>
                  <a:srgbClr val="31708F"/>
                </a:solidFill>
                <a:effectLst/>
                <a:latin typeface="Whitney"/>
              </a:rPr>
              <a:t>“</a:t>
            </a:r>
            <a:r>
              <a:rPr lang="en-US" altLang="ko-KR" sz="2400" i="1" dirty="0">
                <a:solidFill>
                  <a:srgbClr val="31708F"/>
                </a:solidFill>
                <a:latin typeface="Whitney"/>
              </a:rPr>
              <a:t>The</a:t>
            </a:r>
            <a:r>
              <a:rPr lang="ko-KR" altLang="en-US" sz="2400" i="1" dirty="0">
                <a:solidFill>
                  <a:srgbClr val="31708F"/>
                </a:solidFill>
                <a:latin typeface="Whitney"/>
              </a:rPr>
              <a:t> </a:t>
            </a:r>
            <a:r>
              <a:rPr lang="en-US" altLang="ko-KR" sz="2400" i="1" dirty="0">
                <a:solidFill>
                  <a:srgbClr val="31708F"/>
                </a:solidFill>
                <a:latin typeface="Whitney"/>
              </a:rPr>
              <a:t>time</a:t>
            </a:r>
            <a:r>
              <a:rPr lang="ko-KR" altLang="en-US" sz="2400" i="1" dirty="0">
                <a:solidFill>
                  <a:srgbClr val="31708F"/>
                </a:solidFill>
                <a:latin typeface="Whitney"/>
              </a:rPr>
              <a:t> </a:t>
            </a:r>
            <a:r>
              <a:rPr lang="en-US" altLang="ko-KR" sz="2400" i="1" dirty="0">
                <a:solidFill>
                  <a:srgbClr val="31708F"/>
                </a:solidFill>
                <a:latin typeface="Whitney"/>
              </a:rPr>
              <a:t>I</a:t>
            </a:r>
            <a:r>
              <a:rPr lang="ko-KR" altLang="en-US" sz="2400" i="1" dirty="0">
                <a:solidFill>
                  <a:srgbClr val="31708F"/>
                </a:solidFill>
                <a:latin typeface="Whitney"/>
              </a:rPr>
              <a:t> </a:t>
            </a:r>
            <a:r>
              <a:rPr lang="en-US" altLang="ko-KR" sz="2400" i="1" dirty="0">
                <a:solidFill>
                  <a:srgbClr val="31708F"/>
                </a:solidFill>
                <a:latin typeface="Whitney"/>
              </a:rPr>
              <a:t>wasted</a:t>
            </a:r>
            <a:r>
              <a:rPr lang="ko-KR" altLang="en-US" sz="2400" i="1" dirty="0">
                <a:solidFill>
                  <a:srgbClr val="31708F"/>
                </a:solidFill>
                <a:latin typeface="Whitney"/>
              </a:rPr>
              <a:t> </a:t>
            </a:r>
            <a:r>
              <a:rPr lang="en-US" altLang="ko-KR" sz="2400" i="1" dirty="0">
                <a:solidFill>
                  <a:srgbClr val="31708F"/>
                </a:solidFill>
                <a:latin typeface="Whitney"/>
              </a:rPr>
              <a:t>today</a:t>
            </a:r>
            <a:r>
              <a:rPr lang="ko-KR" altLang="en-US" sz="2400" i="1" dirty="0">
                <a:solidFill>
                  <a:srgbClr val="31708F"/>
                </a:solidFill>
                <a:latin typeface="Whitney"/>
              </a:rPr>
              <a:t> </a:t>
            </a:r>
            <a:r>
              <a:rPr lang="en-US" altLang="ko-KR" sz="2400" i="1" dirty="0">
                <a:solidFill>
                  <a:srgbClr val="31708F"/>
                </a:solidFill>
                <a:latin typeface="Whitney"/>
              </a:rPr>
              <a:t>is</a:t>
            </a:r>
            <a:r>
              <a:rPr lang="ko-KR" altLang="en-US" sz="2400" i="1" dirty="0">
                <a:solidFill>
                  <a:srgbClr val="31708F"/>
                </a:solidFill>
                <a:latin typeface="Whitney"/>
              </a:rPr>
              <a:t> </a:t>
            </a:r>
            <a:endParaRPr lang="en-US" altLang="ko-KR" sz="2400" i="1" dirty="0">
              <a:solidFill>
                <a:srgbClr val="31708F"/>
              </a:solidFill>
              <a:latin typeface="Whitney"/>
            </a:endParaRPr>
          </a:p>
          <a:p>
            <a:pPr algn="l">
              <a:lnSpc>
                <a:spcPct val="150000"/>
              </a:lnSpc>
            </a:pPr>
            <a:r>
              <a:rPr lang="en-US" altLang="ko-KR" sz="2400" i="1" dirty="0">
                <a:solidFill>
                  <a:srgbClr val="31708F"/>
                </a:solidFill>
                <a:latin typeface="Whitney"/>
              </a:rPr>
              <a:t>the</a:t>
            </a:r>
            <a:r>
              <a:rPr lang="ko-KR" altLang="en-US" sz="2400" i="1" dirty="0">
                <a:solidFill>
                  <a:srgbClr val="31708F"/>
                </a:solidFill>
                <a:latin typeface="Whitney"/>
              </a:rPr>
              <a:t> </a:t>
            </a:r>
            <a:r>
              <a:rPr lang="en-US" altLang="ko-KR" sz="2400" i="1" dirty="0">
                <a:solidFill>
                  <a:srgbClr val="31708F"/>
                </a:solidFill>
                <a:latin typeface="Whitney"/>
              </a:rPr>
              <a:t>tomorrow</a:t>
            </a:r>
            <a:r>
              <a:rPr lang="ko-KR" altLang="en-US" sz="2400" i="1" dirty="0">
                <a:solidFill>
                  <a:srgbClr val="31708F"/>
                </a:solidFill>
                <a:latin typeface="Whitney"/>
              </a:rPr>
              <a:t> </a:t>
            </a:r>
            <a:r>
              <a:rPr lang="en-US" altLang="ko-KR" sz="2400" i="1" dirty="0">
                <a:solidFill>
                  <a:srgbClr val="31708F"/>
                </a:solidFill>
                <a:latin typeface="Whitney"/>
              </a:rPr>
              <a:t>the</a:t>
            </a:r>
            <a:r>
              <a:rPr lang="ko-KR" altLang="en-US" sz="2400" i="1" dirty="0">
                <a:solidFill>
                  <a:srgbClr val="31708F"/>
                </a:solidFill>
                <a:latin typeface="Whitney"/>
              </a:rPr>
              <a:t> </a:t>
            </a:r>
            <a:r>
              <a:rPr lang="en-US" altLang="ko-KR" sz="2400" i="1" dirty="0">
                <a:solidFill>
                  <a:srgbClr val="31708F"/>
                </a:solidFill>
                <a:latin typeface="Whitney"/>
              </a:rPr>
              <a:t>dead</a:t>
            </a:r>
            <a:r>
              <a:rPr lang="ko-KR" altLang="en-US" sz="2400" i="1" dirty="0">
                <a:solidFill>
                  <a:srgbClr val="31708F"/>
                </a:solidFill>
                <a:latin typeface="Whitney"/>
              </a:rPr>
              <a:t> </a:t>
            </a:r>
            <a:r>
              <a:rPr lang="en-US" altLang="ko-KR" sz="2400" i="1" dirty="0">
                <a:solidFill>
                  <a:srgbClr val="31708F"/>
                </a:solidFill>
                <a:latin typeface="Whitney"/>
              </a:rPr>
              <a:t>man</a:t>
            </a:r>
            <a:r>
              <a:rPr lang="ko-KR" altLang="en-US" sz="2400" i="1" dirty="0">
                <a:solidFill>
                  <a:srgbClr val="31708F"/>
                </a:solidFill>
                <a:latin typeface="Whitney"/>
              </a:rPr>
              <a:t> </a:t>
            </a:r>
            <a:r>
              <a:rPr lang="en-US" altLang="ko-KR" sz="2400" i="1" dirty="0">
                <a:solidFill>
                  <a:srgbClr val="31708F"/>
                </a:solidFill>
                <a:latin typeface="Whitney"/>
              </a:rPr>
              <a:t>was</a:t>
            </a:r>
            <a:r>
              <a:rPr lang="ko-KR" altLang="en-US" sz="2400" i="1" dirty="0">
                <a:solidFill>
                  <a:srgbClr val="31708F"/>
                </a:solidFill>
                <a:latin typeface="Whitney"/>
              </a:rPr>
              <a:t> </a:t>
            </a:r>
            <a:r>
              <a:rPr lang="en-US" altLang="ko-KR" sz="2400" i="1" dirty="0">
                <a:solidFill>
                  <a:srgbClr val="31708F"/>
                </a:solidFill>
                <a:latin typeface="Whitney"/>
              </a:rPr>
              <a:t>eager to see yesterday.</a:t>
            </a:r>
            <a:r>
              <a:rPr lang="en-US" altLang="ko-KR" sz="2400" b="0" i="1" dirty="0">
                <a:solidFill>
                  <a:srgbClr val="31708F"/>
                </a:solidFill>
                <a:effectLst/>
                <a:latin typeface="Whitney"/>
              </a:rPr>
              <a:t>”</a:t>
            </a:r>
            <a:endParaRPr lang="en-US" altLang="ko-KR" sz="2000" b="1" i="0" dirty="0">
              <a:solidFill>
                <a:srgbClr val="000000"/>
              </a:solidFill>
              <a:effectLst/>
              <a:latin typeface="Oswald Light" panose="020B0604020202020204" pitchFamily="2" charset="0"/>
            </a:endParaRPr>
          </a:p>
        </p:txBody>
      </p:sp>
      <p:pic>
        <p:nvPicPr>
          <p:cNvPr id="7" name="Picture 10" descr="mouse">
            <a:extLst>
              <a:ext uri="{FF2B5EF4-FFF2-40B4-BE49-F238E27FC236}">
                <a16:creationId xmlns:a16="http://schemas.microsoft.com/office/drawing/2014/main" id="{1CBFBD61-7228-2393-82AD-793AFFAC19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9813" y="1125538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2541CC0-CBFF-6EBE-8827-6D15109E1EE1}"/>
              </a:ext>
            </a:extLst>
          </p:cNvPr>
          <p:cNvSpPr txBox="1"/>
          <p:nvPr/>
        </p:nvSpPr>
        <p:spPr>
          <a:xfrm>
            <a:off x="5727427" y="3930079"/>
            <a:ext cx="318516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&lt;Sophocles, 497BC~406BC&gt;</a:t>
            </a:r>
          </a:p>
          <a:p>
            <a:pPr marL="144000" indent="-14400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그리스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3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 비극 작가 중 하나</a:t>
            </a:r>
            <a:endParaRPr lang="en-US" altLang="ko-KR" sz="1200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44000" indent="-14400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그의 비극 속 등장인물들과 달리 </a:t>
            </a:r>
            <a:endParaRPr lang="en-US" altLang="ko-KR" sz="1200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부유한 집안의 엄친아</a:t>
            </a:r>
            <a:endParaRPr lang="en-US" altLang="ko-KR" sz="1200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44000" indent="-14400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평생 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130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편의 비극 저술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7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편은 위작 판명</a:t>
            </a:r>
            <a:endParaRPr lang="en-US" altLang="ko-KR" sz="1200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44000" indent="-14400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대표작은 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‘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오이디푸스왕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＇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658F0EFF-E933-CB28-EBD7-F92C6404EC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9332" y="1566383"/>
            <a:ext cx="1981355" cy="2376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428073"/>
      </p:ext>
    </p:extLst>
  </p:cSld>
  <p:clrMapOvr>
    <a:masterClrMapping/>
  </p:clrMapOvr>
  <p:transition>
    <p:diamond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학습목표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08C69D1-562B-4BA3-B970-F557F7173233}" type="slidenum">
              <a:rPr lang="en-US" altLang="ko-KR" smtClean="0"/>
              <a:pPr>
                <a:defRPr/>
              </a:pPr>
              <a:t>4</a:t>
            </a:fld>
            <a:endParaRPr lang="en-US" altLang="ko-KR"/>
          </a:p>
        </p:txBody>
      </p:sp>
      <p:pic>
        <p:nvPicPr>
          <p:cNvPr id="2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6313" y="4643438"/>
            <a:ext cx="3892550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내용 개체 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10000"/>
              </a:lnSpc>
              <a:defRPr/>
            </a:pPr>
            <a:r>
              <a:rPr lang="ko-KR" altLang="en-US" dirty="0"/>
              <a:t>본 강의를 이수하면 오디오를 활용할 수 있다</a:t>
            </a:r>
            <a:r>
              <a:rPr lang="en-US" altLang="ko-KR" dirty="0"/>
              <a:t>.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ko-KR" altLang="en-US" dirty="0"/>
              <a:t>스피커 및 마이크 설정</a:t>
            </a:r>
            <a:endParaRPr lang="en-US" altLang="ko-KR" dirty="0"/>
          </a:p>
          <a:p>
            <a:pPr lvl="2" eaLnBrk="1" hangingPunct="1">
              <a:lnSpc>
                <a:spcPct val="110000"/>
              </a:lnSpc>
              <a:defRPr/>
            </a:pPr>
            <a:r>
              <a:rPr lang="ko-KR" altLang="en-US" dirty="0"/>
              <a:t>스피커 및 마이크 장착</a:t>
            </a:r>
            <a:r>
              <a:rPr lang="en-US" altLang="ko-KR" dirty="0"/>
              <a:t>, </a:t>
            </a:r>
            <a:r>
              <a:rPr lang="ko-KR" altLang="en-US" dirty="0"/>
              <a:t>설정 및 동작 테스트</a:t>
            </a:r>
            <a:endParaRPr lang="en-US" altLang="ko-KR" dirty="0"/>
          </a:p>
          <a:p>
            <a:pPr lvl="1" eaLnBrk="1" hangingPunct="1">
              <a:lnSpc>
                <a:spcPct val="110000"/>
              </a:lnSpc>
              <a:defRPr/>
            </a:pPr>
            <a:r>
              <a:rPr lang="en-US" altLang="ko-KR" dirty="0" err="1"/>
              <a:t>pyaudio</a:t>
            </a:r>
            <a:r>
              <a:rPr lang="en-US" altLang="ko-KR" dirty="0"/>
              <a:t> </a:t>
            </a:r>
            <a:r>
              <a:rPr lang="ko-KR" altLang="en-US" dirty="0"/>
              <a:t>설치</a:t>
            </a:r>
            <a:endParaRPr lang="en-US" altLang="ko-KR" dirty="0"/>
          </a:p>
          <a:p>
            <a:pPr lvl="1" eaLnBrk="1" hangingPunct="1">
              <a:lnSpc>
                <a:spcPct val="110000"/>
              </a:lnSpc>
              <a:defRPr/>
            </a:pPr>
            <a:r>
              <a:rPr lang="en-US" altLang="ko-KR" dirty="0"/>
              <a:t>Blocking Mode </a:t>
            </a:r>
            <a:r>
              <a:rPr lang="ko-KR" altLang="en-US" dirty="0"/>
              <a:t>음성 녹음 및 재생</a:t>
            </a:r>
            <a:endParaRPr lang="en-US" altLang="ko-KR" dirty="0"/>
          </a:p>
          <a:p>
            <a:pPr lvl="1" eaLnBrk="1" hangingPunct="1">
              <a:lnSpc>
                <a:spcPct val="110000"/>
              </a:lnSpc>
              <a:defRPr/>
            </a:pPr>
            <a:r>
              <a:rPr lang="en-US" altLang="ko-KR" dirty="0"/>
              <a:t>wave </a:t>
            </a:r>
            <a:r>
              <a:rPr lang="ko-KR" altLang="en-US" dirty="0"/>
              <a:t>파일 구조</a:t>
            </a:r>
            <a:endParaRPr lang="en-US" altLang="ko-KR" dirty="0"/>
          </a:p>
          <a:p>
            <a:pPr lvl="1" eaLnBrk="1" hangingPunct="1">
              <a:lnSpc>
                <a:spcPct val="110000"/>
              </a:lnSpc>
              <a:defRPr/>
            </a:pPr>
            <a:r>
              <a:rPr lang="en-US" altLang="ko-KR" dirty="0"/>
              <a:t>Callback Mode </a:t>
            </a:r>
            <a:r>
              <a:rPr lang="ko-KR" altLang="en-US" dirty="0"/>
              <a:t>음성 녹음 및 재생</a:t>
            </a:r>
            <a:endParaRPr lang="en-US" altLang="ko-KR" dirty="0"/>
          </a:p>
          <a:p>
            <a:pPr lvl="1" eaLnBrk="1" hangingPunct="1">
              <a:lnSpc>
                <a:spcPct val="110000"/>
              </a:lnSpc>
              <a:defRPr/>
            </a:pPr>
            <a:r>
              <a:rPr lang="en-US" altLang="ko-KR" dirty="0" err="1"/>
              <a:t>MicrophoneStream</a:t>
            </a:r>
            <a:r>
              <a:rPr lang="en-US" altLang="ko-KR" dirty="0"/>
              <a:t> </a:t>
            </a:r>
            <a:r>
              <a:rPr lang="ko-KR" altLang="en-US" dirty="0"/>
              <a:t>클래스 구현 및 활용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4918452"/>
      </p:ext>
    </p:extLst>
  </p:cSld>
  <p:clrMapOvr>
    <a:masterClrMapping/>
  </p:clrMapOvr>
  <p:transition>
    <p:diamond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마이크 및 스피커 설정</a:t>
            </a:r>
          </a:p>
        </p:txBody>
      </p:sp>
      <p:sp>
        <p:nvSpPr>
          <p:cNvPr id="9219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6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  <a:lvl2pPr marL="742950" indent="-285750" eaLnBrk="0" hangingPunct="0">
              <a:defRPr kumimoji="1" sz="16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 eaLnBrk="0" hangingPunct="0">
              <a:defRPr kumimoji="1" sz="16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 eaLnBrk="0" hangingPunct="0">
              <a:defRPr kumimoji="1" sz="16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 eaLnBrk="0" hangingPunct="0">
              <a:defRPr kumimoji="1" sz="16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eaLnBrk="1" hangingPunct="1"/>
            <a:fld id="{616E6C8A-84E0-4B82-8FE4-EFB84950B3CE}" type="slidenum">
              <a:rPr lang="en-US" altLang="ko-KR" sz="1000">
                <a:solidFill>
                  <a:srgbClr val="02B0AC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pPr eaLnBrk="1" hangingPunct="1"/>
              <a:t>5</a:t>
            </a:fld>
            <a:endParaRPr lang="en-US" altLang="ko-KR" sz="1000">
              <a:solidFill>
                <a:srgbClr val="02B0AC"/>
              </a:solidFill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sp>
        <p:nvSpPr>
          <p:cNvPr id="46" name="내용 개체 틀 4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 err="1"/>
              <a:t>라즈베리파이</a:t>
            </a:r>
            <a:r>
              <a:rPr lang="ko-KR" altLang="en-US" dirty="0"/>
              <a:t> 용 스피커 및 마이크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스피커 </a:t>
            </a:r>
            <a:r>
              <a:rPr lang="en-US" altLang="ko-KR" dirty="0">
                <a:sym typeface="Wingdings" panose="05000000000000000000" pitchFamily="2" charset="2"/>
              </a:rPr>
              <a:t> USB </a:t>
            </a:r>
            <a:r>
              <a:rPr lang="ko-KR" altLang="en-US" dirty="0">
                <a:sym typeface="Wingdings" panose="05000000000000000000" pitchFamily="2" charset="2"/>
              </a:rPr>
              <a:t>전원</a:t>
            </a:r>
            <a:r>
              <a:rPr lang="en-US" altLang="ko-KR" dirty="0">
                <a:sym typeface="Wingdings" panose="05000000000000000000" pitchFamily="2" charset="2"/>
              </a:rPr>
              <a:t>, 3.5mm </a:t>
            </a:r>
            <a:r>
              <a:rPr lang="ko-KR" altLang="en-US" dirty="0">
                <a:sym typeface="Wingdings" panose="05000000000000000000" pitchFamily="2" charset="2"/>
              </a:rPr>
              <a:t>오디오 플러그</a:t>
            </a:r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en-US" altLang="ko-KR" dirty="0">
                <a:solidFill>
                  <a:srgbClr val="FF0000"/>
                </a:solidFill>
                <a:sym typeface="Wingdings" panose="05000000000000000000" pitchFamily="2" charset="2"/>
              </a:rPr>
              <a:t>AV Jack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  <a:r>
              <a:rPr lang="ko-KR" altLang="en-US" dirty="0">
                <a:sym typeface="Wingdings" panose="05000000000000000000" pitchFamily="2" charset="2"/>
              </a:rPr>
              <a:t> 연결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마이크 </a:t>
            </a:r>
            <a:endParaRPr lang="en-US" altLang="ko-KR" dirty="0"/>
          </a:p>
          <a:p>
            <a:pPr lvl="2">
              <a:defRPr/>
            </a:pPr>
            <a:r>
              <a:rPr lang="en-US" altLang="ko-KR" dirty="0">
                <a:sym typeface="Wingdings" panose="05000000000000000000" pitchFamily="2" charset="2"/>
              </a:rPr>
              <a:t>USB </a:t>
            </a:r>
            <a:r>
              <a:rPr lang="ko-KR" altLang="en-US" dirty="0">
                <a:sym typeface="Wingdings" panose="05000000000000000000" pitchFamily="2" charset="2"/>
              </a:rPr>
              <a:t>단자 채택 마이크</a:t>
            </a:r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en-US" altLang="ko-KR" dirty="0">
                <a:solidFill>
                  <a:srgbClr val="FF0000"/>
                </a:solidFill>
                <a:sym typeface="Wingdings" panose="05000000000000000000" pitchFamily="2" charset="2"/>
              </a:rPr>
              <a:t>USB Mic</a:t>
            </a:r>
            <a:r>
              <a:rPr lang="en-US" altLang="ko-KR" dirty="0">
                <a:sym typeface="Wingdings" panose="05000000000000000000" pitchFamily="2" charset="2"/>
              </a:rPr>
              <a:t>, USB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A-C </a:t>
            </a:r>
            <a:r>
              <a:rPr lang="ko-KR" altLang="en-US" dirty="0">
                <a:sym typeface="Wingdings" panose="05000000000000000000" pitchFamily="2" charset="2"/>
              </a:rPr>
              <a:t>젠더 </a:t>
            </a:r>
            <a:r>
              <a:rPr lang="en-US" altLang="ko-KR" dirty="0">
                <a:sym typeface="Wingdings" panose="05000000000000000000" pitchFamily="2" charset="2"/>
              </a:rPr>
              <a:t>+ USB-C</a:t>
            </a:r>
            <a:r>
              <a:rPr lang="ko-KR" altLang="en-US" dirty="0">
                <a:sym typeface="Wingdings" panose="05000000000000000000" pitchFamily="2" charset="2"/>
              </a:rPr>
              <a:t> 핀마이크</a:t>
            </a:r>
            <a:r>
              <a:rPr lang="en-US" altLang="ko-KR" dirty="0">
                <a:sym typeface="Wingdings" panose="05000000000000000000" pitchFamily="2" charset="2"/>
              </a:rPr>
              <a:t>) </a:t>
            </a:r>
          </a:p>
          <a:p>
            <a:pPr lvl="2">
              <a:defRPr/>
            </a:pPr>
            <a:r>
              <a:rPr lang="en-US" altLang="ko-KR" dirty="0">
                <a:sym typeface="Wingdings" panose="05000000000000000000" pitchFamily="2" charset="2"/>
              </a:rPr>
              <a:t>USB </a:t>
            </a:r>
            <a:r>
              <a:rPr lang="ko-KR" altLang="en-US" dirty="0">
                <a:sym typeface="Wingdings" panose="05000000000000000000" pitchFamily="2" charset="2"/>
              </a:rPr>
              <a:t>사운드 카드 </a:t>
            </a:r>
            <a:r>
              <a:rPr lang="en-US" altLang="ko-KR" dirty="0">
                <a:sym typeface="Wingdings" panose="05000000000000000000" pitchFamily="2" charset="2"/>
              </a:rPr>
              <a:t>+ </a:t>
            </a:r>
            <a:r>
              <a:rPr lang="ko-KR" altLang="en-US" dirty="0">
                <a:sym typeface="Wingdings" panose="05000000000000000000" pitchFamily="2" charset="2"/>
              </a:rPr>
              <a:t>오디오 잭 채택 마이크</a:t>
            </a: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579BC30-9148-8816-800C-655E418993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3789040"/>
            <a:ext cx="3166666" cy="2233333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87991E1E-31FC-6626-E6F8-302826EAE8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3558" y="4695401"/>
            <a:ext cx="984809" cy="1160395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FCFE52B4-7615-E146-E367-3B545197589D}"/>
              </a:ext>
            </a:extLst>
          </p:cNvPr>
          <p:cNvSpPr txBox="1"/>
          <p:nvPr/>
        </p:nvSpPr>
        <p:spPr>
          <a:xfrm>
            <a:off x="952278" y="6166835"/>
            <a:ext cx="26292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오디오 플러그 스피커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(USB 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전원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)&gt;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B40EA2D-A957-BABD-0C60-627965D842DE}"/>
              </a:ext>
            </a:extLst>
          </p:cNvPr>
          <p:cNvSpPr txBox="1"/>
          <p:nvPr/>
        </p:nvSpPr>
        <p:spPr>
          <a:xfrm>
            <a:off x="4724371" y="6166834"/>
            <a:ext cx="14510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&lt;USB 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형 마이크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09D2C26-C4BF-58C1-8DA3-FDFEE295DD38}"/>
              </a:ext>
            </a:extLst>
          </p:cNvPr>
          <p:cNvSpPr txBox="1"/>
          <p:nvPr/>
        </p:nvSpPr>
        <p:spPr>
          <a:xfrm>
            <a:off x="6507580" y="6156710"/>
            <a:ext cx="26981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&lt;USB 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사운드카드 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오디오 마이크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6A82A2F1-FF3C-EA83-3F75-6C0C0AE90FD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413" t="28473" r="9744" b="27366"/>
          <a:stretch/>
        </p:blipFill>
        <p:spPr>
          <a:xfrm>
            <a:off x="7492223" y="3937714"/>
            <a:ext cx="1296144" cy="67593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B807425-E00E-0755-48B7-0847E13581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3768" y="3774202"/>
            <a:ext cx="1659336" cy="915025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02259A21-0FF4-57BB-E97A-985B207005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54991" y="3512848"/>
            <a:ext cx="585169" cy="43807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972CBAE-E5E3-E291-A759-468B9A86C3D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78405" y="4613645"/>
            <a:ext cx="2133284" cy="1508536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AFCD92BB-5E1B-058B-16D9-000AE30108F5}"/>
              </a:ext>
            </a:extLst>
          </p:cNvPr>
          <p:cNvSpPr/>
          <p:nvPr/>
        </p:nvSpPr>
        <p:spPr>
          <a:xfrm>
            <a:off x="4178405" y="4689227"/>
            <a:ext cx="2329175" cy="134799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ransition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2F5102-D70A-BD44-AD27-0FEB6A2D1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스피커 및 마이크 장착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DB741CD-4628-E9AD-1089-93164C1E7E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6</a:t>
            </a:fld>
            <a:endParaRPr lang="en-US" altLang="ko-KR"/>
          </a:p>
        </p:txBody>
      </p:sp>
      <p:pic>
        <p:nvPicPr>
          <p:cNvPr id="36" name="그림 35">
            <a:extLst>
              <a:ext uri="{FF2B5EF4-FFF2-40B4-BE49-F238E27FC236}">
                <a16:creationId xmlns:a16="http://schemas.microsoft.com/office/drawing/2014/main" id="{D75A2131-9923-11D1-3265-04A1DDFF44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1666556"/>
            <a:ext cx="4171429" cy="2723809"/>
          </a:xfrm>
          <a:prstGeom prst="rect">
            <a:avLst/>
          </a:prstGeom>
        </p:spPr>
      </p:pic>
      <p:grpSp>
        <p:nvGrpSpPr>
          <p:cNvPr id="40" name="그룹 39">
            <a:extLst>
              <a:ext uri="{FF2B5EF4-FFF2-40B4-BE49-F238E27FC236}">
                <a16:creationId xmlns:a16="http://schemas.microsoft.com/office/drawing/2014/main" id="{E9821854-1617-276E-6DCA-E2127852B357}"/>
              </a:ext>
            </a:extLst>
          </p:cNvPr>
          <p:cNvGrpSpPr/>
          <p:nvPr/>
        </p:nvGrpSpPr>
        <p:grpSpPr>
          <a:xfrm>
            <a:off x="432112" y="4869160"/>
            <a:ext cx="2411696" cy="1584005"/>
            <a:chOff x="5868144" y="4553123"/>
            <a:chExt cx="2411696" cy="1584005"/>
          </a:xfrm>
        </p:grpSpPr>
        <p:pic>
          <p:nvPicPr>
            <p:cNvPr id="30" name="그림 29">
              <a:extLst>
                <a:ext uri="{FF2B5EF4-FFF2-40B4-BE49-F238E27FC236}">
                  <a16:creationId xmlns:a16="http://schemas.microsoft.com/office/drawing/2014/main" id="{60BF597C-AFF7-48CE-199A-04BE2F83061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clrChange>
                <a:clrFrom>
                  <a:srgbClr val="DFF2F8"/>
                </a:clrFrom>
                <a:clrTo>
                  <a:srgbClr val="DFF2F8">
                    <a:alpha val="0"/>
                  </a:srgbClr>
                </a:clrTo>
              </a:clrChange>
            </a:blip>
            <a:srcRect l="1591" r="52957"/>
            <a:stretch/>
          </p:blipFill>
          <p:spPr>
            <a:xfrm>
              <a:off x="5868144" y="4553123"/>
              <a:ext cx="1224136" cy="1577173"/>
            </a:xfrm>
            <a:prstGeom prst="rect">
              <a:avLst/>
            </a:prstGeom>
          </p:spPr>
        </p:pic>
        <p:pic>
          <p:nvPicPr>
            <p:cNvPr id="37" name="그림 36">
              <a:extLst>
                <a:ext uri="{FF2B5EF4-FFF2-40B4-BE49-F238E27FC236}">
                  <a16:creationId xmlns:a16="http://schemas.microsoft.com/office/drawing/2014/main" id="{F96177B9-C38F-453E-B70E-9C57E803C6C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clrChange>
                <a:clrFrom>
                  <a:srgbClr val="DFF2F8"/>
                </a:clrFrom>
                <a:clrTo>
                  <a:srgbClr val="DFF2F8">
                    <a:alpha val="0"/>
                  </a:srgbClr>
                </a:clrTo>
              </a:clrChange>
            </a:blip>
            <a:srcRect l="1591" r="52957"/>
            <a:stretch/>
          </p:blipFill>
          <p:spPr>
            <a:xfrm>
              <a:off x="7055704" y="4559955"/>
              <a:ext cx="1224136" cy="1577173"/>
            </a:xfrm>
            <a:prstGeom prst="rect">
              <a:avLst/>
            </a:prstGeom>
          </p:spPr>
        </p:pic>
      </p:grpSp>
      <p:pic>
        <p:nvPicPr>
          <p:cNvPr id="45" name="그림 44">
            <a:extLst>
              <a:ext uri="{FF2B5EF4-FFF2-40B4-BE49-F238E27FC236}">
                <a16:creationId xmlns:a16="http://schemas.microsoft.com/office/drawing/2014/main" id="{F4686605-5B7E-0A82-68CA-07A748FDE75E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160521" y="4050963"/>
            <a:ext cx="1296144" cy="882391"/>
          </a:xfrm>
          <a:prstGeom prst="rect">
            <a:avLst/>
          </a:prstGeom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AFB5C661-1D66-DF16-65E2-B658088ADC35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 rot="21336500">
            <a:off x="2085817" y="3891757"/>
            <a:ext cx="685714" cy="695238"/>
          </a:xfrm>
          <a:prstGeom prst="rect">
            <a:avLst/>
          </a:prstGeom>
        </p:spPr>
      </p:pic>
      <p:sp>
        <p:nvSpPr>
          <p:cNvPr id="56" name="자유형: 도형 55">
            <a:extLst>
              <a:ext uri="{FF2B5EF4-FFF2-40B4-BE49-F238E27FC236}">
                <a16:creationId xmlns:a16="http://schemas.microsoft.com/office/drawing/2014/main" id="{1DAF9151-6947-851E-BFF8-BC4213626243}"/>
              </a:ext>
            </a:extLst>
          </p:cNvPr>
          <p:cNvSpPr/>
          <p:nvPr/>
        </p:nvSpPr>
        <p:spPr>
          <a:xfrm>
            <a:off x="3306286" y="4754880"/>
            <a:ext cx="2430443" cy="978408"/>
          </a:xfrm>
          <a:custGeom>
            <a:avLst/>
            <a:gdLst>
              <a:gd name="connsiteX0" fmla="*/ 2070386 w 2430443"/>
              <a:gd name="connsiteY0" fmla="*/ 0 h 978408"/>
              <a:gd name="connsiteX1" fmla="*/ 2335562 w 2430443"/>
              <a:gd name="connsiteY1" fmla="*/ 155448 h 978408"/>
              <a:gd name="connsiteX2" fmla="*/ 2381282 w 2430443"/>
              <a:gd name="connsiteY2" fmla="*/ 448056 h 978408"/>
              <a:gd name="connsiteX3" fmla="*/ 1668050 w 2430443"/>
              <a:gd name="connsiteY3" fmla="*/ 722376 h 978408"/>
              <a:gd name="connsiteX4" fmla="*/ 159290 w 2430443"/>
              <a:gd name="connsiteY4" fmla="*/ 950976 h 978408"/>
              <a:gd name="connsiteX5" fmla="*/ 22130 w 2430443"/>
              <a:gd name="connsiteY5" fmla="*/ 978408 h 9784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30443" h="978408">
                <a:moveTo>
                  <a:pt x="2070386" y="0"/>
                </a:moveTo>
                <a:cubicBezTo>
                  <a:pt x="2177066" y="40386"/>
                  <a:pt x="2283746" y="80772"/>
                  <a:pt x="2335562" y="155448"/>
                </a:cubicBezTo>
                <a:cubicBezTo>
                  <a:pt x="2387378" y="230124"/>
                  <a:pt x="2492534" y="353568"/>
                  <a:pt x="2381282" y="448056"/>
                </a:cubicBezTo>
                <a:cubicBezTo>
                  <a:pt x="2270030" y="542544"/>
                  <a:pt x="2038382" y="638556"/>
                  <a:pt x="1668050" y="722376"/>
                </a:cubicBezTo>
                <a:cubicBezTo>
                  <a:pt x="1297718" y="806196"/>
                  <a:pt x="433610" y="908304"/>
                  <a:pt x="159290" y="950976"/>
                </a:cubicBezTo>
                <a:cubicBezTo>
                  <a:pt x="-115030" y="993648"/>
                  <a:pt x="55658" y="964692"/>
                  <a:pt x="22130" y="978408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E76949B-3026-9AF1-4409-9CA153888BA2}"/>
              </a:ext>
            </a:extLst>
          </p:cNvPr>
          <p:cNvSpPr txBox="1"/>
          <p:nvPr/>
        </p:nvSpPr>
        <p:spPr>
          <a:xfrm>
            <a:off x="744272" y="3703225"/>
            <a:ext cx="17508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&lt;3.5mm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오디오 단자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224F1A7-58AC-8045-AC9F-39EEF0F64DB6}"/>
              </a:ext>
            </a:extLst>
          </p:cNvPr>
          <p:cNvSpPr txBox="1"/>
          <p:nvPr/>
        </p:nvSpPr>
        <p:spPr>
          <a:xfrm>
            <a:off x="4285061" y="4737492"/>
            <a:ext cx="10422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&lt;USB 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전원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3A9E53A-C41C-834F-C300-0FE58B716A39}"/>
              </a:ext>
            </a:extLst>
          </p:cNvPr>
          <p:cNvSpPr txBox="1"/>
          <p:nvPr/>
        </p:nvSpPr>
        <p:spPr>
          <a:xfrm>
            <a:off x="1189105" y="6307833"/>
            <a:ext cx="8611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스피커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5B772729-17C0-8E90-97CC-D504F5F1088C}"/>
              </a:ext>
            </a:extLst>
          </p:cNvPr>
          <p:cNvSpPr/>
          <p:nvPr/>
        </p:nvSpPr>
        <p:spPr>
          <a:xfrm>
            <a:off x="1949698" y="4543425"/>
            <a:ext cx="1623649" cy="1333500"/>
          </a:xfrm>
          <a:custGeom>
            <a:avLst/>
            <a:gdLst>
              <a:gd name="connsiteX0" fmla="*/ 869702 w 1623649"/>
              <a:gd name="connsiteY0" fmla="*/ 1333500 h 1333500"/>
              <a:gd name="connsiteX1" fmla="*/ 1345952 w 1623649"/>
              <a:gd name="connsiteY1" fmla="*/ 1190625 h 1333500"/>
              <a:gd name="connsiteX2" fmla="*/ 1622177 w 1623649"/>
              <a:gd name="connsiteY2" fmla="*/ 762000 h 1333500"/>
              <a:gd name="connsiteX3" fmla="*/ 1231652 w 1623649"/>
              <a:gd name="connsiteY3" fmla="*/ 200025 h 1333500"/>
              <a:gd name="connsiteX4" fmla="*/ 69602 w 1623649"/>
              <a:gd name="connsiteY4" fmla="*/ 323850 h 1333500"/>
              <a:gd name="connsiteX5" fmla="*/ 231527 w 1623649"/>
              <a:gd name="connsiteY5" fmla="*/ 0 h 133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23649" h="1333500">
                <a:moveTo>
                  <a:pt x="869702" y="1333500"/>
                </a:moveTo>
                <a:cubicBezTo>
                  <a:pt x="1045121" y="1309687"/>
                  <a:pt x="1220540" y="1285875"/>
                  <a:pt x="1345952" y="1190625"/>
                </a:cubicBezTo>
                <a:cubicBezTo>
                  <a:pt x="1471365" y="1095375"/>
                  <a:pt x="1641227" y="927100"/>
                  <a:pt x="1622177" y="762000"/>
                </a:cubicBezTo>
                <a:cubicBezTo>
                  <a:pt x="1603127" y="596900"/>
                  <a:pt x="1490414" y="273050"/>
                  <a:pt x="1231652" y="200025"/>
                </a:cubicBezTo>
                <a:cubicBezTo>
                  <a:pt x="972890" y="127000"/>
                  <a:pt x="236290" y="357188"/>
                  <a:pt x="69602" y="323850"/>
                </a:cubicBezTo>
                <a:cubicBezTo>
                  <a:pt x="-97086" y="290512"/>
                  <a:pt x="67220" y="145256"/>
                  <a:pt x="231527" y="0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E5C8E7-1895-19E8-663C-833227A108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스피커 및 마이크 연결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AC9D0E2-F084-5697-54A6-47212E2261AA}"/>
              </a:ext>
            </a:extLst>
          </p:cNvPr>
          <p:cNvSpPr txBox="1"/>
          <p:nvPr/>
        </p:nvSpPr>
        <p:spPr>
          <a:xfrm>
            <a:off x="6560700" y="4656355"/>
            <a:ext cx="8611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마이크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7B40746-0908-FB4F-A5A6-D45EEB71C0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37895" y="3381445"/>
            <a:ext cx="1483938" cy="1049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028537"/>
      </p:ext>
    </p:extLst>
  </p:cSld>
  <p:clrMapOvr>
    <a:masterClrMapping/>
  </p:clrMapOvr>
  <p:transition>
    <p:diamond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EB26BD-90AD-FA5C-7E54-3CA26101D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스피커 및 마이크 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327B3DE-A217-FA70-E4D1-3C9C4EFCB1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스피커 설정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/>
              <a:t>우 상단 볼륨 아이콘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r>
              <a:rPr lang="ko-KR" altLang="en-US" dirty="0">
                <a:sym typeface="Wingdings" panose="05000000000000000000" pitchFamily="2" charset="2"/>
              </a:rPr>
              <a:t>마이크 설정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우 상단 마이크 아이콘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787D32D-FE47-51E9-58F3-CC5170F616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7</a:t>
            </a:fld>
            <a:endParaRPr lang="en-US" altLang="ko-KR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AF13C93-5423-909D-6F05-792030B5776B}"/>
              </a:ext>
            </a:extLst>
          </p:cNvPr>
          <p:cNvSpPr txBox="1"/>
          <p:nvPr/>
        </p:nvSpPr>
        <p:spPr>
          <a:xfrm>
            <a:off x="812299" y="3152001"/>
            <a:ext cx="18453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좌 클릭 </a:t>
            </a: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 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볼륨 조정</a:t>
            </a: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endParaRPr lang="ko-KR" altLang="en-US" sz="1200" dirty="0">
              <a:solidFill>
                <a:schemeClr val="bg1">
                  <a:lumMod val="6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75C2C2C-14A9-8660-FE21-E8257D59C3F3}"/>
              </a:ext>
            </a:extLst>
          </p:cNvPr>
          <p:cNvSpPr txBox="1"/>
          <p:nvPr/>
        </p:nvSpPr>
        <p:spPr>
          <a:xfrm>
            <a:off x="770852" y="5888305"/>
            <a:ext cx="18453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좌 클릭 </a:t>
            </a: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 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볼륨 조정</a:t>
            </a: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endParaRPr lang="ko-KR" altLang="en-US" sz="1200" dirty="0">
              <a:solidFill>
                <a:schemeClr val="bg1">
                  <a:lumMod val="6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40A5A17-A565-3B1C-4975-C6E7A2D3563C}"/>
              </a:ext>
            </a:extLst>
          </p:cNvPr>
          <p:cNvSpPr txBox="1"/>
          <p:nvPr/>
        </p:nvSpPr>
        <p:spPr>
          <a:xfrm>
            <a:off x="3517152" y="5779167"/>
            <a:ext cx="18453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우 클릭 </a:t>
            </a: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 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장치 선택</a:t>
            </a: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endParaRPr lang="ko-KR" altLang="en-US" sz="1200" dirty="0">
              <a:solidFill>
                <a:schemeClr val="bg1">
                  <a:lumMod val="6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CABFEDB-27D0-6A0C-63D1-C591D594ADE6}"/>
              </a:ext>
            </a:extLst>
          </p:cNvPr>
          <p:cNvSpPr txBox="1"/>
          <p:nvPr/>
        </p:nvSpPr>
        <p:spPr>
          <a:xfrm>
            <a:off x="3558599" y="3152001"/>
            <a:ext cx="18453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우 클릭 </a:t>
            </a: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 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장치 선택</a:t>
            </a: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endParaRPr lang="ko-KR" altLang="en-US" sz="1200" dirty="0">
              <a:solidFill>
                <a:schemeClr val="bg1">
                  <a:lumMod val="6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E7AD6A9-9603-A88D-9398-36CDF107C6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6050" y="1508920"/>
            <a:ext cx="2790476" cy="145714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A2CE39CD-7C24-32D7-ADDE-E16FF59CFA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539" y="1556505"/>
            <a:ext cx="1845378" cy="158717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0C6A098E-12B1-E48C-FE2F-8E352B34933D}"/>
              </a:ext>
            </a:extLst>
          </p:cNvPr>
          <p:cNvCxnSpPr>
            <a:cxnSpLocks/>
            <a:endCxn id="16" idx="1"/>
          </p:cNvCxnSpPr>
          <p:nvPr/>
        </p:nvCxnSpPr>
        <p:spPr>
          <a:xfrm flipV="1">
            <a:off x="4716016" y="2350093"/>
            <a:ext cx="1437508" cy="223978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그림 15">
            <a:extLst>
              <a:ext uri="{FF2B5EF4-FFF2-40B4-BE49-F238E27FC236}">
                <a16:creationId xmlns:a16="http://schemas.microsoft.com/office/drawing/2014/main" id="{1CBD69B6-422A-E36C-EDA1-F2BF422E19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3524" y="1467696"/>
            <a:ext cx="2760319" cy="176479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6AB56A52-C95B-EAB7-AB56-9B6351EC39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539" y="4229809"/>
            <a:ext cx="1845378" cy="162266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D2A7E271-F1A6-FE60-1C8D-9150AB1F77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57478" y="4229809"/>
            <a:ext cx="2647619" cy="152381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015399471"/>
      </p:ext>
    </p:extLst>
  </p:cSld>
  <p:clrMapOvr>
    <a:masterClrMapping/>
  </p:clrMapOvr>
  <p:transition>
    <p:diamond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AC3BDC-C69C-DC91-0DA6-D8734F59A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장치목록 구하기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277C081-D8DD-44FC-E1EA-EEA0B85893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스피커</a:t>
            </a:r>
            <a:endParaRPr lang="en-US" altLang="ko-KR" dirty="0"/>
          </a:p>
          <a:p>
            <a:pPr lvl="1"/>
            <a:r>
              <a:rPr lang="ko-KR" altLang="en-US" dirty="0"/>
              <a:t>터미널 </a:t>
            </a:r>
            <a:r>
              <a:rPr lang="en-US" altLang="ko-KR" dirty="0">
                <a:sym typeface="Wingdings" panose="05000000000000000000" pitchFamily="2" charset="2"/>
              </a:rPr>
              <a:t> aplay –l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564596E-8286-E023-A4B3-3288997F4C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8</a:t>
            </a:fld>
            <a:endParaRPr lang="en-US" altLang="ko-KR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1DDA38E-7A27-91ED-8EC7-FEB8CF83ED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080" y="1997773"/>
            <a:ext cx="6991677" cy="3519459"/>
          </a:xfrm>
          <a:prstGeom prst="rect">
            <a:avLst/>
          </a:prstGeom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94C59779-28C4-6889-D62E-2326E7FAF267}"/>
              </a:ext>
            </a:extLst>
          </p:cNvPr>
          <p:cNvSpPr/>
          <p:nvPr/>
        </p:nvSpPr>
        <p:spPr>
          <a:xfrm>
            <a:off x="369891" y="4404810"/>
            <a:ext cx="4994197" cy="111242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A1B61B4-9944-1D1C-AE09-F0F99E4D9D14}"/>
              </a:ext>
            </a:extLst>
          </p:cNvPr>
          <p:cNvSpPr txBox="1"/>
          <p:nvPr/>
        </p:nvSpPr>
        <p:spPr>
          <a:xfrm>
            <a:off x="7869092" y="4089543"/>
            <a:ext cx="1095796" cy="33855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HDMI</a:t>
            </a:r>
            <a:endParaRPr lang="ko-KR" altLang="en-US" b="1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E62D53ED-E0EC-720A-2C24-8C1FAB66FE1F}"/>
              </a:ext>
            </a:extLst>
          </p:cNvPr>
          <p:cNvCxnSpPr>
            <a:cxnSpLocks/>
            <a:stCxn id="24" idx="3"/>
            <a:endCxn id="25" idx="1"/>
          </p:cNvCxnSpPr>
          <p:nvPr/>
        </p:nvCxnSpPr>
        <p:spPr>
          <a:xfrm flipV="1">
            <a:off x="5364088" y="4258820"/>
            <a:ext cx="2505004" cy="70220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FCE005E2-1492-7520-0F9B-DE6DD4422E10}"/>
              </a:ext>
            </a:extLst>
          </p:cNvPr>
          <p:cNvSpPr/>
          <p:nvPr/>
        </p:nvSpPr>
        <p:spPr>
          <a:xfrm>
            <a:off x="379080" y="2351207"/>
            <a:ext cx="3600400" cy="23048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BA2ADB9-D9B3-BA34-58D1-1E182BF02BFC}"/>
              </a:ext>
            </a:extLst>
          </p:cNvPr>
          <p:cNvSpPr txBox="1"/>
          <p:nvPr/>
        </p:nvSpPr>
        <p:spPr>
          <a:xfrm>
            <a:off x="7645798" y="1903876"/>
            <a:ext cx="1421666" cy="33855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Headphones</a:t>
            </a:r>
            <a:endParaRPr lang="ko-KR" altLang="en-US" b="1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30BEC9AF-2673-E418-9286-523950CB97F8}"/>
              </a:ext>
            </a:extLst>
          </p:cNvPr>
          <p:cNvCxnSpPr>
            <a:cxnSpLocks/>
            <a:stCxn id="33" idx="3"/>
            <a:endCxn id="34" idx="1"/>
          </p:cNvCxnSpPr>
          <p:nvPr/>
        </p:nvCxnSpPr>
        <p:spPr>
          <a:xfrm flipV="1">
            <a:off x="3979480" y="2073153"/>
            <a:ext cx="3666318" cy="393297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0260743"/>
      </p:ext>
    </p:extLst>
  </p:cSld>
  <p:clrMapOvr>
    <a:masterClrMapping/>
  </p:clrMapOvr>
  <p:transition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  <p:bldP spid="33" grpId="0" animBg="1"/>
      <p:bldP spid="3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6E64A-B277-6261-94DC-47EADF27C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CEAD9E-E580-70A4-5207-E2E77962F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장치목록 구하기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BF9769-5B74-EC12-B48C-1D918D32C5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마이크</a:t>
            </a:r>
            <a:endParaRPr lang="en-US" altLang="ko-KR" dirty="0"/>
          </a:p>
          <a:p>
            <a:pPr lvl="1"/>
            <a:r>
              <a:rPr lang="ko-KR" altLang="en-US" dirty="0"/>
              <a:t>터미널 </a:t>
            </a:r>
            <a:r>
              <a:rPr lang="en-US" altLang="ko-KR" dirty="0">
                <a:sym typeface="Wingdings" panose="05000000000000000000" pitchFamily="2" charset="2"/>
              </a:rPr>
              <a:t> arecord -l  /  arecord --list-devices</a:t>
            </a:r>
            <a:endParaRPr lang="ko-KR" altLang="en-US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F4242F-9A09-8E5A-C400-FC958218B5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9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43C0060-41A5-7371-B545-BA6EDA25BE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2060010"/>
            <a:ext cx="7149552" cy="2089070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043EF6EB-26F3-F31F-F054-C83FC702E1DF}"/>
              </a:ext>
            </a:extLst>
          </p:cNvPr>
          <p:cNvSpPr/>
          <p:nvPr/>
        </p:nvSpPr>
        <p:spPr>
          <a:xfrm>
            <a:off x="539552" y="2420888"/>
            <a:ext cx="6768752" cy="36004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0E7B8F6-E8DE-38E8-9192-958D9E9F78DF}"/>
              </a:ext>
            </a:extLst>
          </p:cNvPr>
          <p:cNvSpPr txBox="1"/>
          <p:nvPr/>
        </p:nvSpPr>
        <p:spPr>
          <a:xfrm>
            <a:off x="6588224" y="4663879"/>
            <a:ext cx="537327" cy="33855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Mic</a:t>
            </a:r>
            <a:endParaRPr lang="ko-KR" altLang="en-US" b="1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11A8AEA8-E6C6-4BD0-7141-DA5BC5427FA3}"/>
              </a:ext>
            </a:extLst>
          </p:cNvPr>
          <p:cNvCxnSpPr>
            <a:cxnSpLocks/>
            <a:stCxn id="10" idx="2"/>
            <a:endCxn id="12" idx="1"/>
          </p:cNvCxnSpPr>
          <p:nvPr/>
        </p:nvCxnSpPr>
        <p:spPr>
          <a:xfrm>
            <a:off x="3923928" y="2780928"/>
            <a:ext cx="2664296" cy="205222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5894378"/>
      </p:ext>
    </p:extLst>
  </p:cSld>
  <p:clrMapOvr>
    <a:masterClrMapping/>
  </p:clrMapOvr>
  <p:transition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EB26BD-90AD-FA5C-7E54-3CA26101D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스피커 및 마이크 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327B3DE-A217-FA70-E4D1-3C9C4EFCB1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>
                <a:sym typeface="Wingdings" panose="05000000000000000000" pitchFamily="2" charset="2"/>
              </a:rPr>
              <a:t>alsamixer</a:t>
            </a:r>
            <a:r>
              <a:rPr lang="en-US" altLang="ko-KR" dirty="0">
                <a:sym typeface="Wingdings" panose="05000000000000000000" pitchFamily="2" charset="2"/>
              </a:rPr>
              <a:t> (</a:t>
            </a:r>
            <a:r>
              <a:rPr lang="ko-KR" altLang="en-US" dirty="0">
                <a:sym typeface="Wingdings" panose="05000000000000000000" pitchFamily="2" charset="2"/>
              </a:rPr>
              <a:t>터미널에서 실행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F6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: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Select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Sound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Card</a:t>
            </a: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F5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:</a:t>
            </a:r>
            <a:r>
              <a:rPr lang="ko-KR" altLang="en-US" dirty="0">
                <a:sym typeface="Wingdings" panose="05000000000000000000" pitchFamily="2" charset="2"/>
              </a:rPr>
              <a:t> 입출력장치 모두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787D32D-FE47-51E9-58F3-CC5170F616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10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EE0386E-AF1E-C32C-B3C6-FF63AAA602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2574287"/>
            <a:ext cx="3726979" cy="251756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FCAAF7D9-2420-E7B8-12BE-024F6B8B6226}"/>
              </a:ext>
            </a:extLst>
          </p:cNvPr>
          <p:cNvSpPr/>
          <p:nvPr/>
        </p:nvSpPr>
        <p:spPr>
          <a:xfrm>
            <a:off x="2256858" y="3078817"/>
            <a:ext cx="504056" cy="288032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46DB7FF-8BCB-D3CD-7D9C-2A3D9ABB11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8298" y="2540952"/>
            <a:ext cx="3581985" cy="255089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98C8955-8E07-79C9-F89D-F7B67CA336FA}"/>
              </a:ext>
            </a:extLst>
          </p:cNvPr>
          <p:cNvSpPr/>
          <p:nvPr/>
        </p:nvSpPr>
        <p:spPr>
          <a:xfrm>
            <a:off x="7308304" y="3069093"/>
            <a:ext cx="504056" cy="288032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050715E6-CF5F-AA69-CE47-FEA9CA88C8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9670" y="5157192"/>
            <a:ext cx="2504659" cy="126791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85316891"/>
      </p:ext>
    </p:extLst>
  </p:cSld>
  <p:clrMapOvr>
    <a:masterClrMapping/>
  </p:clrMapOvr>
  <p:transition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80F843-8EA8-A26E-FFE9-98204A808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참고</a:t>
            </a:r>
            <a:r>
              <a:rPr lang="en-US" altLang="ko-KR" dirty="0"/>
              <a:t>] </a:t>
            </a:r>
            <a:r>
              <a:rPr lang="ko-KR" altLang="en-US" dirty="0"/>
              <a:t>기본 음성장치 설정</a:t>
            </a:r>
            <a:r>
              <a:rPr lang="en-US" altLang="ko-KR" dirty="0"/>
              <a:t>(1)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105A43C-CF17-2B60-C58F-8229313DDD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오디오 설정 </a:t>
            </a:r>
            <a:r>
              <a:rPr lang="en-US" altLang="ko-KR" dirty="0"/>
              <a:t>: </a:t>
            </a:r>
            <a:r>
              <a:rPr lang="ko-KR" altLang="en-US" dirty="0"/>
              <a:t>장치이름으로 설정</a:t>
            </a:r>
            <a:endParaRPr lang="en-US" altLang="ko-KR" dirty="0"/>
          </a:p>
          <a:p>
            <a:pPr lvl="1"/>
            <a:r>
              <a:rPr lang="en-US" altLang="ko-KR" dirty="0" err="1">
                <a:sym typeface="Wingdings" panose="05000000000000000000" pitchFamily="2" charset="2"/>
              </a:rPr>
              <a:t>sudo</a:t>
            </a:r>
            <a:r>
              <a:rPr lang="en-US" altLang="ko-KR" dirty="0">
                <a:sym typeface="Wingdings" panose="05000000000000000000" pitchFamily="2" charset="2"/>
              </a:rPr>
              <a:t> nano </a:t>
            </a:r>
            <a:r>
              <a:rPr lang="en-US" altLang="ko-KR" dirty="0"/>
              <a:t>~/.</a:t>
            </a:r>
            <a:r>
              <a:rPr lang="en-US" altLang="ko-KR" dirty="0" err="1"/>
              <a:t>asoundrc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8409D7-1B57-1824-EB96-20247C0EAD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11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14B30AD-4AA9-12D4-4CCA-F4B2F6B64E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760" y="1967138"/>
            <a:ext cx="5628571" cy="3609524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E4F243B1-0BC0-A621-94F6-298987A6ED42}"/>
              </a:ext>
            </a:extLst>
          </p:cNvPr>
          <p:cNvSpPr/>
          <p:nvPr/>
        </p:nvSpPr>
        <p:spPr>
          <a:xfrm>
            <a:off x="138234" y="3000871"/>
            <a:ext cx="3569669" cy="21602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AD710C5-718A-CD9D-396E-3DC17281C962}"/>
              </a:ext>
            </a:extLst>
          </p:cNvPr>
          <p:cNvSpPr/>
          <p:nvPr/>
        </p:nvSpPr>
        <p:spPr>
          <a:xfrm>
            <a:off x="167632" y="2244214"/>
            <a:ext cx="3540272" cy="21602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EC8B7AC-523C-072A-C690-1420F7FD4F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4086" y="1905451"/>
            <a:ext cx="3051326" cy="267567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B7174F36-8234-EA1C-0E98-03E1ACF2FA7D}"/>
              </a:ext>
            </a:extLst>
          </p:cNvPr>
          <p:cNvCxnSpPr>
            <a:cxnSpLocks/>
            <a:stCxn id="9" idx="3"/>
            <a:endCxn id="23" idx="1"/>
          </p:cNvCxnSpPr>
          <p:nvPr/>
        </p:nvCxnSpPr>
        <p:spPr>
          <a:xfrm>
            <a:off x="3707903" y="3108883"/>
            <a:ext cx="2542478" cy="84903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D5682192-BC80-BBE3-E67B-883AD228943D}"/>
              </a:ext>
            </a:extLst>
          </p:cNvPr>
          <p:cNvCxnSpPr>
            <a:cxnSpLocks/>
            <a:stCxn id="12" idx="3"/>
            <a:endCxn id="24" idx="1"/>
          </p:cNvCxnSpPr>
          <p:nvPr/>
        </p:nvCxnSpPr>
        <p:spPr>
          <a:xfrm>
            <a:off x="3707904" y="2352226"/>
            <a:ext cx="2526503" cy="1166784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E7D7F2C-9A97-9992-AC1A-DE6ADD6DD8FE}"/>
              </a:ext>
            </a:extLst>
          </p:cNvPr>
          <p:cNvSpPr/>
          <p:nvPr/>
        </p:nvSpPr>
        <p:spPr>
          <a:xfrm>
            <a:off x="6250381" y="3867908"/>
            <a:ext cx="1255342" cy="18002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91C2715-FF54-E475-4B17-80C97A0D593C}"/>
              </a:ext>
            </a:extLst>
          </p:cNvPr>
          <p:cNvSpPr/>
          <p:nvPr/>
        </p:nvSpPr>
        <p:spPr>
          <a:xfrm>
            <a:off x="6234407" y="3429000"/>
            <a:ext cx="1255342" cy="18002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5713187"/>
      </p:ext>
    </p:extLst>
  </p:cSld>
  <p:clrMapOvr>
    <a:masterClrMapping/>
  </p:clrMapOvr>
  <p:transition>
    <p:diamond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105A43C-CF17-2B60-C58F-8229313DDD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오디오 설정 </a:t>
            </a:r>
            <a:r>
              <a:rPr lang="en-US" altLang="ko-KR" dirty="0"/>
              <a:t>: </a:t>
            </a:r>
            <a:r>
              <a:rPr lang="ko-KR" altLang="en-US" dirty="0"/>
              <a:t>카드번호</a:t>
            </a:r>
            <a:r>
              <a:rPr lang="en-US" altLang="ko-KR" dirty="0"/>
              <a:t>/</a:t>
            </a:r>
            <a:r>
              <a:rPr lang="ko-KR" altLang="en-US" dirty="0"/>
              <a:t>장치번호로 설정</a:t>
            </a:r>
            <a:endParaRPr lang="en-US" altLang="ko-KR" dirty="0"/>
          </a:p>
          <a:p>
            <a:pPr lvl="1"/>
            <a:r>
              <a:rPr lang="en-US" altLang="ko-KR" dirty="0" err="1">
                <a:sym typeface="Wingdings" panose="05000000000000000000" pitchFamily="2" charset="2"/>
              </a:rPr>
              <a:t>sudo</a:t>
            </a:r>
            <a:r>
              <a:rPr lang="en-US" altLang="ko-KR" dirty="0">
                <a:sym typeface="Wingdings" panose="05000000000000000000" pitchFamily="2" charset="2"/>
              </a:rPr>
              <a:t> nano </a:t>
            </a:r>
            <a:r>
              <a:rPr lang="en-US" altLang="ko-KR" dirty="0"/>
              <a:t>~/.</a:t>
            </a:r>
            <a:r>
              <a:rPr lang="en-US" altLang="ko-KR" dirty="0" err="1"/>
              <a:t>asoundrc</a:t>
            </a:r>
            <a:endParaRPr lang="ko-KR" altLang="en-US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F9AB2435-0185-3815-F6D8-B3D18DDC9E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8991" y="2041085"/>
            <a:ext cx="4161732" cy="2556723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6DEFF718-51EF-2BAD-9B2F-049A5FBA40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894" y="2041085"/>
            <a:ext cx="4859153" cy="3116107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8E80F843-8EA8-A26E-FFE9-98204A808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참고</a:t>
            </a:r>
            <a:r>
              <a:rPr lang="en-US" altLang="ko-KR" dirty="0"/>
              <a:t>] </a:t>
            </a:r>
            <a:r>
              <a:rPr lang="ko-KR" altLang="en-US" dirty="0"/>
              <a:t>기본 음성장치 설정</a:t>
            </a:r>
            <a:r>
              <a:rPr lang="en-US" altLang="ko-KR" dirty="0"/>
              <a:t>(2)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8409D7-1B57-1824-EB96-20247C0EAD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12</a:t>
            </a:fld>
            <a:endParaRPr lang="en-US" altLang="ko-KR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4F243B1-0BC0-A621-94F6-298987A6ED42}"/>
              </a:ext>
            </a:extLst>
          </p:cNvPr>
          <p:cNvSpPr/>
          <p:nvPr/>
        </p:nvSpPr>
        <p:spPr>
          <a:xfrm>
            <a:off x="139998" y="2299852"/>
            <a:ext cx="2951882" cy="21602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AD710C5-718A-CD9D-396E-3DC17281C962}"/>
              </a:ext>
            </a:extLst>
          </p:cNvPr>
          <p:cNvSpPr/>
          <p:nvPr/>
        </p:nvSpPr>
        <p:spPr>
          <a:xfrm>
            <a:off x="123889" y="2906155"/>
            <a:ext cx="3079959" cy="21602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B7174F36-8234-EA1C-0E98-03E1ACF2FA7D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3091880" y="2407864"/>
            <a:ext cx="3064296" cy="1021136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D5682192-BC80-BBE3-E67B-883AD228943D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3203848" y="3014167"/>
            <a:ext cx="2973272" cy="127990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31025815-A5B5-A9B1-9E7F-69089856D07F}"/>
              </a:ext>
            </a:extLst>
          </p:cNvPr>
          <p:cNvSpPr txBox="1"/>
          <p:nvPr/>
        </p:nvSpPr>
        <p:spPr>
          <a:xfrm>
            <a:off x="151152" y="5918028"/>
            <a:ext cx="5081840" cy="3693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8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 sz="18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본</a:t>
            </a:r>
            <a:r>
              <a:rPr lang="en-US" altLang="ko-KR" sz="18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8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실습에서는 오디오 설정을 </a:t>
            </a:r>
            <a:r>
              <a:rPr lang="ko-KR" altLang="en-US" sz="1800" b="1" dirty="0" err="1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채텍하지</a:t>
            </a:r>
            <a:r>
              <a:rPr lang="ko-KR" altLang="en-US" sz="18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않음</a:t>
            </a:r>
            <a:r>
              <a:rPr lang="en-US" altLang="ko-KR" sz="18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endParaRPr lang="ko-KR" altLang="en-US" sz="1800" b="1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4167386"/>
      </p:ext>
    </p:extLst>
  </p:cSld>
  <p:clrMapOvr>
    <a:masterClrMapping/>
  </p:clrMapOvr>
  <p:transition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AC3BDC-C69C-DC91-0DA6-D8734F59A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스피커</a:t>
            </a:r>
            <a:r>
              <a:rPr lang="en-US" altLang="ko-KR" dirty="0"/>
              <a:t> </a:t>
            </a:r>
            <a:r>
              <a:rPr lang="ko-KR" altLang="en-US" dirty="0"/>
              <a:t>출력 테스트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277C081-D8DD-44FC-E1EA-EEA0B85893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출력 테스트</a:t>
            </a:r>
            <a:endParaRPr lang="en-US" altLang="ko-KR" dirty="0"/>
          </a:p>
          <a:p>
            <a:pPr lvl="1"/>
            <a:r>
              <a:rPr lang="ko-KR" altLang="en-US" dirty="0"/>
              <a:t>터미널 </a:t>
            </a:r>
            <a:r>
              <a:rPr lang="en-US" altLang="ko-KR" dirty="0">
                <a:sym typeface="Wingdings" panose="05000000000000000000" pitchFamily="2" charset="2"/>
              </a:rPr>
              <a:t> speaker-test --test wav --</a:t>
            </a:r>
            <a:r>
              <a:rPr lang="en-US" altLang="ko-KR" dirty="0" err="1">
                <a:sym typeface="Wingdings" panose="05000000000000000000" pitchFamily="2" charset="2"/>
              </a:rPr>
              <a:t>nloops</a:t>
            </a:r>
            <a:r>
              <a:rPr lang="en-US" altLang="ko-KR" dirty="0">
                <a:sym typeface="Wingdings" panose="05000000000000000000" pitchFamily="2" charset="2"/>
              </a:rPr>
              <a:t> 3</a:t>
            </a: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speaker-test : ALSA</a:t>
            </a:r>
            <a:r>
              <a:rPr lang="ko-KR" altLang="en-US" dirty="0">
                <a:sym typeface="Wingdings" panose="05000000000000000000" pitchFamily="2" charset="2"/>
              </a:rPr>
              <a:t>용 스피커 테스트 프로그램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--test wav : wav </a:t>
            </a:r>
            <a:r>
              <a:rPr lang="ko-KR" altLang="en-US" dirty="0">
                <a:sym typeface="Wingdings" panose="05000000000000000000" pitchFamily="2" charset="2"/>
              </a:rPr>
              <a:t>형식의 테스트 수행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--</a:t>
            </a:r>
            <a:r>
              <a:rPr lang="en-US" altLang="ko-KR" dirty="0" err="1">
                <a:sym typeface="Wingdings" panose="05000000000000000000" pitchFamily="2" charset="2"/>
              </a:rPr>
              <a:t>nloops</a:t>
            </a:r>
            <a:r>
              <a:rPr lang="en-US" altLang="ko-KR" dirty="0">
                <a:sym typeface="Wingdings" panose="05000000000000000000" pitchFamily="2" charset="2"/>
              </a:rPr>
              <a:t> 3 : </a:t>
            </a:r>
            <a:r>
              <a:rPr lang="ko-KR" altLang="en-US" dirty="0">
                <a:sym typeface="Wingdings" panose="05000000000000000000" pitchFamily="2" charset="2"/>
              </a:rPr>
              <a:t>테스트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수행 횟수</a:t>
            </a:r>
            <a:endParaRPr lang="en-US" altLang="ko-KR" dirty="0">
              <a:sym typeface="Wingdings" panose="05000000000000000000" pitchFamily="2" charset="2"/>
            </a:endParaRPr>
          </a:p>
          <a:p>
            <a:pPr marL="360000" lvl="1" indent="0">
              <a:buNone/>
            </a:pPr>
            <a:r>
              <a:rPr lang="en-US" altLang="ko-KR" dirty="0">
                <a:sym typeface="Wingdings" panose="05000000000000000000" pitchFamily="2" charset="2"/>
              </a:rPr>
              <a:t> “Front”, “Left” 3</a:t>
            </a:r>
            <a:r>
              <a:rPr lang="ko-KR" altLang="en-US" dirty="0">
                <a:sym typeface="Wingdings" panose="05000000000000000000" pitchFamily="2" charset="2"/>
              </a:rPr>
              <a:t>회 반복하여 출력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564596E-8286-E023-A4B3-3288997F4C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13</a:t>
            </a:fld>
            <a:endParaRPr lang="en-US" altLang="ko-KR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2252BEA-6A2E-434F-0DE5-6BF2A78249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5959" y="3645024"/>
            <a:ext cx="5272082" cy="279162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45607180"/>
      </p:ext>
    </p:extLst>
  </p:cSld>
  <p:clrMapOvr>
    <a:masterClrMapping/>
  </p:clrMapOvr>
  <p:transition>
    <p:diamond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AC3BDC-C69C-DC91-0DA6-D8734F59A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마이크 입력 테스트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277C081-D8DD-44FC-E1EA-EEA0B85893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음성녹음</a:t>
            </a:r>
            <a:endParaRPr lang="en-US" altLang="ko-KR" dirty="0"/>
          </a:p>
          <a:p>
            <a:pPr lvl="1"/>
            <a:r>
              <a:rPr lang="ko-KR" altLang="en-US" dirty="0"/>
              <a:t>터미널 </a:t>
            </a:r>
            <a:r>
              <a:rPr lang="en-US" altLang="ko-KR" dirty="0">
                <a:sym typeface="Wingdings" panose="05000000000000000000" pitchFamily="2" charset="2"/>
              </a:rPr>
              <a:t> arecord --format=S16_LE --duration=5 --file-type=wav test.wav</a:t>
            </a: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arecord : </a:t>
            </a:r>
            <a:r>
              <a:rPr lang="ko-KR" altLang="en-US" dirty="0" err="1">
                <a:sym typeface="Wingdings" panose="05000000000000000000" pitchFamily="2" charset="2"/>
              </a:rPr>
              <a:t>명령행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기반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오디오 녹음 프로그램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--format=S16_LE : </a:t>
            </a:r>
            <a:r>
              <a:rPr lang="ko-KR" altLang="en-US" dirty="0">
                <a:sym typeface="Wingdings" panose="05000000000000000000" pitchFamily="2" charset="2"/>
              </a:rPr>
              <a:t>파일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포맷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--duration=5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:</a:t>
            </a:r>
            <a:r>
              <a:rPr lang="ko-KR" altLang="en-US" dirty="0">
                <a:sym typeface="Wingdings" panose="05000000000000000000" pitchFamily="2" charset="2"/>
              </a:rPr>
              <a:t> 녹음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수행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시간 </a:t>
            </a:r>
            <a:r>
              <a:rPr lang="en-US" altLang="ko-KR" dirty="0">
                <a:sym typeface="Wingdings" panose="05000000000000000000" pitchFamily="2" charset="2"/>
              </a:rPr>
              <a:t> 5</a:t>
            </a:r>
            <a:r>
              <a:rPr lang="ko-KR" altLang="en-US" dirty="0">
                <a:sym typeface="Wingdings" panose="05000000000000000000" pitchFamily="2" charset="2"/>
              </a:rPr>
              <a:t>초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test.wav : </a:t>
            </a:r>
            <a:r>
              <a:rPr lang="ko-KR" altLang="en-US" dirty="0">
                <a:sym typeface="Wingdings" panose="05000000000000000000" pitchFamily="2" charset="2"/>
              </a:rPr>
              <a:t>저장할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파일이름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--file-type=wav : </a:t>
            </a:r>
            <a:r>
              <a:rPr lang="ko-KR" altLang="en-US" dirty="0">
                <a:sym typeface="Wingdings" panose="05000000000000000000" pitchFamily="2" charset="2"/>
              </a:rPr>
              <a:t>파일 형식</a:t>
            </a:r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en-US" altLang="ko-KR" dirty="0" err="1">
                <a:sym typeface="Wingdings" panose="05000000000000000000" pitchFamily="2" charset="2"/>
              </a:rPr>
              <a:t>voc</a:t>
            </a:r>
            <a:r>
              <a:rPr lang="en-US" altLang="ko-KR" dirty="0">
                <a:sym typeface="Wingdings" panose="05000000000000000000" pitchFamily="2" charset="2"/>
              </a:rPr>
              <a:t>, wav, raw, au)</a:t>
            </a: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실습은</a:t>
            </a:r>
            <a:r>
              <a:rPr lang="en-US" altLang="ko-KR" dirty="0">
                <a:sym typeface="Wingdings" panose="05000000000000000000" pitchFamily="2" charset="2"/>
              </a:rPr>
              <a:t> “/home/pi/works/ch11” </a:t>
            </a:r>
            <a:r>
              <a:rPr lang="ko-KR" altLang="en-US" dirty="0">
                <a:sym typeface="Wingdings" panose="05000000000000000000" pitchFamily="2" charset="2"/>
              </a:rPr>
              <a:t>폴더에서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진행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endParaRPr lang="en-US" altLang="ko-KR" dirty="0">
              <a:sym typeface="Wingdings" panose="05000000000000000000" pitchFamily="2" charset="2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564596E-8286-E023-A4B3-3288997F4C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14</a:t>
            </a:fld>
            <a:endParaRPr lang="en-US" altLang="ko-KR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892CED0A-2B24-8304-1195-E3CFB3EF84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8399" y="2837939"/>
            <a:ext cx="2447826" cy="181589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E6981E6-B4E8-0F8C-5521-1029AE5BCB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4856212"/>
            <a:ext cx="6733333" cy="857143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710E6E36-1EBF-4A81-410C-2BABABB6F0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276" y="5857817"/>
            <a:ext cx="6733333" cy="523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007832"/>
      </p:ext>
    </p:extLst>
  </p:cSld>
  <p:clrMapOvr>
    <a:masterClrMapping/>
  </p:clrMapOvr>
  <p:transition>
    <p:diamond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AC3BDC-C69C-DC91-0DA6-D8734F59A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마이크 입력 테스트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277C081-D8DD-44FC-E1EA-EEA0B85893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음성재생</a:t>
            </a:r>
            <a:endParaRPr lang="en-US" altLang="ko-KR" dirty="0"/>
          </a:p>
          <a:p>
            <a:pPr lvl="1"/>
            <a:r>
              <a:rPr lang="ko-KR" altLang="en-US" dirty="0"/>
              <a:t>터미널 </a:t>
            </a:r>
            <a:r>
              <a:rPr lang="en-US" altLang="ko-KR" dirty="0">
                <a:sym typeface="Wingdings" panose="05000000000000000000" pitchFamily="2" charset="2"/>
              </a:rPr>
              <a:t> aplay test.wav</a:t>
            </a: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aplay : </a:t>
            </a:r>
            <a:r>
              <a:rPr lang="ko-KR" altLang="en-US" dirty="0" err="1">
                <a:sym typeface="Wingdings" panose="05000000000000000000" pitchFamily="2" charset="2"/>
              </a:rPr>
              <a:t>명령행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기반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오디오 출력 프로그램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test.wav : </a:t>
            </a:r>
            <a:r>
              <a:rPr lang="ko-KR" altLang="en-US" dirty="0">
                <a:sym typeface="Wingdings" panose="05000000000000000000" pitchFamily="2" charset="2"/>
              </a:rPr>
              <a:t>재생할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파일이름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endParaRPr lang="en-US" altLang="ko-KR" dirty="0">
              <a:sym typeface="Wingdings" panose="05000000000000000000" pitchFamily="2" charset="2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564596E-8286-E023-A4B3-3288997F4C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15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D6CC207-8AB9-F066-B489-D02636AF8A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3205544"/>
            <a:ext cx="7488832" cy="446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007637"/>
      </p:ext>
    </p:extLst>
  </p:cSld>
  <p:clrMapOvr>
    <a:masterClrMapping/>
  </p:clrMapOvr>
  <p:transition>
    <p:diamond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2F5102-D70A-BD44-AD27-0FEB6A2D1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pyaudio</a:t>
            </a:r>
            <a:r>
              <a:rPr lang="en-US" altLang="ko-KR" dirty="0"/>
              <a:t> </a:t>
            </a:r>
            <a:r>
              <a:rPr lang="ko-KR" altLang="en-US" dirty="0"/>
              <a:t>설치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FAA2862-01C7-2385-5B61-0BA3F33020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pyaudio</a:t>
            </a:r>
            <a:endParaRPr lang="en-US" altLang="ko-KR" dirty="0"/>
          </a:p>
          <a:p>
            <a:pPr lvl="1"/>
            <a:r>
              <a:rPr lang="ko-KR" altLang="en-US" dirty="0"/>
              <a:t>음성 데이터용 </a:t>
            </a:r>
            <a:r>
              <a:rPr lang="en-US" altLang="ko-KR" dirty="0" err="1"/>
              <a:t>portaudio</a:t>
            </a:r>
            <a:r>
              <a:rPr lang="en-US" altLang="ko-KR" dirty="0"/>
              <a:t> </a:t>
            </a:r>
            <a:r>
              <a:rPr lang="ko-KR" altLang="en-US" dirty="0"/>
              <a:t>라이브러리를 파이선용으로 제공하는 모듈</a:t>
            </a:r>
            <a:endParaRPr lang="en-US" altLang="ko-KR" dirty="0"/>
          </a:p>
          <a:p>
            <a:pPr lvl="2"/>
            <a:r>
              <a:rPr lang="ko-KR" altLang="en-US" dirty="0"/>
              <a:t>음성 데이터를 파일로 저장</a:t>
            </a:r>
            <a:endParaRPr lang="en-US" altLang="ko-KR" dirty="0"/>
          </a:p>
          <a:p>
            <a:pPr lvl="2"/>
            <a:r>
              <a:rPr lang="ko-KR" altLang="en-US" dirty="0"/>
              <a:t>파일</a:t>
            </a:r>
            <a:r>
              <a:rPr lang="en-US" altLang="ko-KR" dirty="0"/>
              <a:t>(</a:t>
            </a:r>
            <a:r>
              <a:rPr lang="ko-KR" altLang="en-US" dirty="0"/>
              <a:t>혹은 실시간</a:t>
            </a:r>
            <a:r>
              <a:rPr lang="en-US" altLang="ko-KR" dirty="0"/>
              <a:t>)</a:t>
            </a:r>
            <a:r>
              <a:rPr lang="ko-KR" altLang="en-US" dirty="0"/>
              <a:t>로부터 음성 데이터 불러옴</a:t>
            </a:r>
            <a:endParaRPr lang="en-US" altLang="ko-KR" dirty="0"/>
          </a:p>
          <a:p>
            <a:r>
              <a:rPr lang="en-US" altLang="ko-KR" dirty="0" err="1"/>
              <a:t>pyaudio</a:t>
            </a:r>
            <a:r>
              <a:rPr lang="en-US" altLang="ko-KR" dirty="0"/>
              <a:t> </a:t>
            </a:r>
            <a:r>
              <a:rPr lang="ko-KR" altLang="en-US" dirty="0"/>
              <a:t>설치</a:t>
            </a:r>
            <a:endParaRPr lang="en-US" altLang="ko-KR" dirty="0"/>
          </a:p>
          <a:p>
            <a:pPr lvl="1"/>
            <a:r>
              <a:rPr lang="ko-KR" altLang="en-US" dirty="0"/>
              <a:t>패키지 정보 업데이트 후 설치</a:t>
            </a:r>
            <a:endParaRPr lang="en-US" altLang="ko-KR" dirty="0"/>
          </a:p>
          <a:p>
            <a:pPr lvl="2"/>
            <a:r>
              <a:rPr lang="en-US" altLang="ko-KR" dirty="0" err="1"/>
              <a:t>sudo</a:t>
            </a:r>
            <a:r>
              <a:rPr lang="ko-KR" altLang="en-US" dirty="0"/>
              <a:t> </a:t>
            </a:r>
            <a:r>
              <a:rPr lang="en-US" altLang="ko-KR" dirty="0"/>
              <a:t>apt</a:t>
            </a:r>
            <a:r>
              <a:rPr lang="ko-KR" altLang="en-US" dirty="0"/>
              <a:t> </a:t>
            </a:r>
            <a:r>
              <a:rPr lang="en-US" altLang="ko-KR" dirty="0"/>
              <a:t>update</a:t>
            </a:r>
          </a:p>
          <a:p>
            <a:pPr lvl="2"/>
            <a:r>
              <a:rPr lang="en-US" altLang="ko-KR" dirty="0" err="1"/>
              <a:t>sudo</a:t>
            </a:r>
            <a:r>
              <a:rPr lang="en-US" altLang="ko-KR" dirty="0"/>
              <a:t> apt install python3-pyaudio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DB741CD-4628-E9AD-1089-93164C1E7E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16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D7E2204-B279-722C-739A-1861B413D8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398" y="4653136"/>
            <a:ext cx="6971428" cy="169523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219810806"/>
      </p:ext>
    </p:extLst>
  </p:cSld>
  <p:clrMapOvr>
    <a:masterClrMapping/>
  </p:clrMapOvr>
  <p:transition>
    <p:diamond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70B3AC-3568-E54E-5F13-C2D082D6C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참고</a:t>
            </a:r>
            <a:r>
              <a:rPr lang="en-US" altLang="ko-KR" dirty="0"/>
              <a:t>] </a:t>
            </a:r>
            <a:r>
              <a:rPr lang="ko-KR" altLang="en-US" dirty="0"/>
              <a:t>오디오 장치 목록 구하기 </a:t>
            </a:r>
            <a:r>
              <a:rPr lang="en-US" altLang="ko-KR" dirty="0"/>
              <a:t>(2022)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302E97-DD2B-DE54-8933-16ED73DA35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17</a:t>
            </a:fld>
            <a:endParaRPr lang="en-US" altLang="ko-KR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6C26BC52-7089-AF34-123C-C7AFD7DD4B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476" y="981771"/>
            <a:ext cx="7619048" cy="557142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2FB4AFD9-0AFF-AF81-4997-C19ED966F27D}"/>
              </a:ext>
            </a:extLst>
          </p:cNvPr>
          <p:cNvSpPr/>
          <p:nvPr/>
        </p:nvSpPr>
        <p:spPr>
          <a:xfrm>
            <a:off x="899592" y="4365104"/>
            <a:ext cx="6120680" cy="36004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4921563"/>
      </p:ext>
    </p:extLst>
  </p:cSld>
  <p:clrMapOvr>
    <a:masterClrMapping/>
  </p:clrMapOvr>
  <p:transition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70B3AC-3568-E54E-5F13-C2D082D6C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1] </a:t>
            </a:r>
            <a:r>
              <a:rPr lang="ko-KR" altLang="en-US" dirty="0"/>
              <a:t>오디오 장치 목록 구하기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302E97-DD2B-DE54-8933-16ED73DA35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18</a:t>
            </a:fld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A429A5D-0C51-F67B-253E-7C360F79C7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190" y="1196752"/>
            <a:ext cx="8847619" cy="273333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828244912"/>
      </p:ext>
    </p:extLst>
  </p:cSld>
  <p:clrMapOvr>
    <a:masterClrMapping/>
  </p:clrMapOvr>
  <p:transition>
    <p:diamond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70B3AC-3568-E54E-5F13-C2D082D6C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1] </a:t>
            </a:r>
            <a:r>
              <a:rPr lang="ko-KR" altLang="en-US" dirty="0"/>
              <a:t>오디오 장치 목록 구하기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302E97-DD2B-DE54-8933-16ED73DA35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19</a:t>
            </a:fld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4D29D69-D6AD-206B-4861-051B8C3DC2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8" y="1052736"/>
            <a:ext cx="9144000" cy="305709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EFFADCD-3BFE-B399-E3BB-43BAFC42E9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8" y="3237115"/>
            <a:ext cx="9144000" cy="312630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8BB0D306-2AF3-30C9-17E6-66DFDC438259}"/>
              </a:ext>
            </a:extLst>
          </p:cNvPr>
          <p:cNvSpPr/>
          <p:nvPr/>
        </p:nvSpPr>
        <p:spPr>
          <a:xfrm>
            <a:off x="107950" y="3645024"/>
            <a:ext cx="7704410" cy="21602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D0532E3-5685-FCAF-F8FE-07269383C0CA}"/>
              </a:ext>
            </a:extLst>
          </p:cNvPr>
          <p:cNvSpPr/>
          <p:nvPr/>
        </p:nvSpPr>
        <p:spPr>
          <a:xfrm>
            <a:off x="93662" y="3997821"/>
            <a:ext cx="7704410" cy="21602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3932006"/>
      </p:ext>
    </p:extLst>
  </p:cSld>
  <p:clrMapOvr>
    <a:masterClrMapping/>
  </p:clrMapOvr>
  <p:transition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70B3AC-3568-E54E-5F13-C2D082D6C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2] </a:t>
            </a:r>
            <a:r>
              <a:rPr lang="ko-KR" altLang="en-US" dirty="0"/>
              <a:t>오디오 입력 녹음 </a:t>
            </a:r>
            <a:r>
              <a:rPr lang="en-US" altLang="ko-KR" dirty="0"/>
              <a:t>– Blocking Mode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302E97-DD2B-DE54-8933-16ED73DA35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20</a:t>
            </a:fld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0B3A712-DEA5-1651-84E9-132932A9D1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238" y="1033002"/>
            <a:ext cx="8609524" cy="532380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0844066"/>
      </p:ext>
    </p:extLst>
  </p:cSld>
  <p:clrMapOvr>
    <a:masterClrMapping/>
  </p:clrMapOvr>
  <p:transition>
    <p:diamond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70B3AC-3568-E54E-5F13-C2D082D6C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2] </a:t>
            </a:r>
            <a:r>
              <a:rPr lang="ko-KR" altLang="en-US" dirty="0"/>
              <a:t>오디오 입력 녹음 </a:t>
            </a:r>
            <a:r>
              <a:rPr lang="en-US" altLang="ko-KR" dirty="0"/>
              <a:t>– Blocking Mode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302E97-DD2B-DE54-8933-16ED73DA35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21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DBE32B5-C9E0-42AA-F604-23CC198784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238" y="1195666"/>
            <a:ext cx="8809524" cy="446666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E7CF2E85-72B4-2A37-5908-9652E2814F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238" y="5779195"/>
            <a:ext cx="8771428" cy="65714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154527406"/>
      </p:ext>
    </p:extLst>
  </p:cSld>
  <p:clrMapOvr>
    <a:masterClrMapping/>
  </p:clrMapOvr>
  <p:transition>
    <p:diamond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3CD67-B214-0D76-48D8-7BC2D6E55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E4C523-4FE7-CDFF-4923-C50D9C841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2] </a:t>
            </a:r>
            <a:r>
              <a:rPr lang="ko-KR" altLang="en-US" dirty="0"/>
              <a:t>오디오 입력 녹음 </a:t>
            </a:r>
            <a:r>
              <a:rPr lang="en-US" altLang="ko-KR" dirty="0"/>
              <a:t>– Blocking Mode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EEA4D60-D3BC-3211-7F76-A00BBF269E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22</a:t>
            </a:fld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C7314CF-7CDC-0A02-EA09-9E36DEAA52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143" y="1562333"/>
            <a:ext cx="6885714" cy="373333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50B66A30-0402-0E6C-B923-CA980182B862}"/>
              </a:ext>
            </a:extLst>
          </p:cNvPr>
          <p:cNvSpPr/>
          <p:nvPr/>
        </p:nvSpPr>
        <p:spPr>
          <a:xfrm>
            <a:off x="3635896" y="2852936"/>
            <a:ext cx="2520280" cy="36004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9743654"/>
      </p:ext>
    </p:extLst>
  </p:cSld>
  <p:clrMapOvr>
    <a:masterClrMapping/>
  </p:clrMapOvr>
  <p:transition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E0B14E-A41A-F81F-85D9-9697F504A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파이선</a:t>
            </a:r>
            <a:r>
              <a:rPr lang="ko-KR" altLang="en-US" dirty="0"/>
              <a:t> </a:t>
            </a:r>
            <a:r>
              <a:rPr lang="ko-KR" altLang="en-US" dirty="0" err="1"/>
              <a:t>명령인수값</a:t>
            </a:r>
            <a:r>
              <a:rPr lang="ko-KR" altLang="en-US" dirty="0"/>
              <a:t> 받는 방법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9547E3-D0E7-3CA7-0096-BC585E46E4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sys.argv</a:t>
            </a:r>
            <a:endParaRPr lang="en-US" altLang="ko-KR" dirty="0"/>
          </a:p>
          <a:p>
            <a:pPr lvl="1"/>
            <a:r>
              <a:rPr lang="en-US" altLang="ko-KR" dirty="0"/>
              <a:t>sys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 err="1">
                <a:sym typeface="Wingdings" panose="05000000000000000000" pitchFamily="2" charset="2"/>
              </a:rPr>
              <a:t>파이선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인터프리터와 관련된 정보와 기능을 제공하는 모듈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en-US" altLang="ko-KR" dirty="0" err="1">
                <a:sym typeface="Wingdings" panose="05000000000000000000" pitchFamily="2" charset="2"/>
              </a:rPr>
              <a:t>argv</a:t>
            </a:r>
            <a:r>
              <a:rPr lang="en-US" altLang="ko-KR" dirty="0">
                <a:sym typeface="Wingdings" panose="05000000000000000000" pitchFamily="2" charset="2"/>
              </a:rPr>
              <a:t>  </a:t>
            </a:r>
            <a:r>
              <a:rPr lang="ko-KR" altLang="en-US" dirty="0" err="1">
                <a:sym typeface="Wingdings" panose="05000000000000000000" pitchFamily="2" charset="2"/>
              </a:rPr>
              <a:t>명령행</a:t>
            </a:r>
            <a:r>
              <a:rPr lang="ko-KR" altLang="en-US" dirty="0">
                <a:sym typeface="Wingdings" panose="05000000000000000000" pitchFamily="2" charset="2"/>
              </a:rPr>
              <a:t> 인수</a:t>
            </a:r>
            <a:r>
              <a:rPr lang="en-US" altLang="ko-KR" dirty="0">
                <a:sym typeface="Wingdings" panose="05000000000000000000" pitchFamily="2" charset="2"/>
              </a:rPr>
              <a:t>(argument)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5FDCC3-5B3F-B842-829E-E694C23A7C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23</a:t>
            </a:fld>
            <a:endParaRPr lang="en-US" altLang="ko-K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B8877D-A2F7-1706-3E72-2306107DE112}"/>
              </a:ext>
            </a:extLst>
          </p:cNvPr>
          <p:cNvSpPr txBox="1"/>
          <p:nvPr/>
        </p:nvSpPr>
        <p:spPr>
          <a:xfrm>
            <a:off x="6228184" y="6320353"/>
            <a:ext cx="29878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참고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https://needneo.tistory.com/95&gt;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FD53C468-FE2D-19CD-F691-C310401EBC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2548784"/>
            <a:ext cx="4619048" cy="364761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CBABCF42-3AD7-E00A-F03A-EE72FED133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847" y="4778463"/>
            <a:ext cx="3535535" cy="738769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4C05A5A1-4BCD-1C2D-F273-FCD4045D65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3728" y="5465160"/>
            <a:ext cx="6977409" cy="738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997025"/>
      </p:ext>
    </p:extLst>
  </p:cSld>
  <p:clrMapOvr>
    <a:masterClrMapping/>
  </p:clrMapOvr>
  <p:transition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589FB0-9D27-ACED-2D70-E45580E7A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3] </a:t>
            </a:r>
            <a:r>
              <a:rPr lang="ko-KR" altLang="en-US" dirty="0"/>
              <a:t>녹음된 음성 재생 </a:t>
            </a:r>
            <a:r>
              <a:rPr lang="en-US" altLang="ko-KR" dirty="0"/>
              <a:t>– Blocking Mode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D52E2E4-B689-19C4-47BE-3FD7A7AA06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24</a:t>
            </a:fld>
            <a:endParaRPr lang="en-US" altLang="ko-KR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D41DA77-6CC0-241C-5F8F-C7FF63D7D6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77" y="1037880"/>
            <a:ext cx="9040138" cy="543528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374089717"/>
      </p:ext>
    </p:extLst>
  </p:cSld>
  <p:clrMapOvr>
    <a:masterClrMapping/>
  </p:clrMapOvr>
  <p:transition>
    <p:diamond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589FB0-9D27-ACED-2D70-E45580E7A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3] </a:t>
            </a:r>
            <a:r>
              <a:rPr lang="ko-KR" altLang="en-US" dirty="0"/>
              <a:t>녹음된 음성 재생 </a:t>
            </a:r>
            <a:r>
              <a:rPr lang="en-US" altLang="ko-KR" dirty="0"/>
              <a:t>– Blocking Mode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D52E2E4-B689-19C4-47BE-3FD7A7AA06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25</a:t>
            </a:fld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9EE867B-68A7-6A29-867C-B407246B2E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09" y="1152049"/>
            <a:ext cx="8914286" cy="254285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1DF0325-14DA-CFA4-25F3-2FEADCDE08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09" y="4010342"/>
            <a:ext cx="6771428" cy="16000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875046525"/>
      </p:ext>
    </p:extLst>
  </p:cSld>
  <p:clrMapOvr>
    <a:masterClrMapping/>
  </p:clrMapOvr>
  <p:transition>
    <p:diamond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62F20-65D3-1C34-BE10-DD8699EBC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DB1DE6-3E6F-E087-C450-212D938DB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3] </a:t>
            </a:r>
            <a:r>
              <a:rPr lang="ko-KR" altLang="en-US" dirty="0"/>
              <a:t>녹음된 음성 재생 </a:t>
            </a:r>
            <a:r>
              <a:rPr lang="en-US" altLang="ko-KR" dirty="0"/>
              <a:t>– Blocking Mode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FDF4E84-1729-DAF4-0AD2-8A9F6655D8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26</a:t>
            </a:fld>
            <a:endParaRPr lang="en-US" altLang="ko-KR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0B4754-170F-E410-13C0-28BFAD4DF14C}"/>
              </a:ext>
            </a:extLst>
          </p:cNvPr>
          <p:cNvSpPr txBox="1"/>
          <p:nvPr/>
        </p:nvSpPr>
        <p:spPr>
          <a:xfrm>
            <a:off x="5481872" y="5962604"/>
            <a:ext cx="3554178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녹음된 </a:t>
            </a:r>
            <a:r>
              <a:rPr lang="en-US" altLang="ko-KR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초 음성을</a:t>
            </a:r>
            <a:r>
              <a:rPr lang="en-US" altLang="ko-KR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스피커로 출력</a:t>
            </a:r>
            <a:r>
              <a:rPr lang="en-US" altLang="ko-KR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endParaRPr lang="ko-KR" altLang="en-US" b="1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412A033-EDC0-F63C-6E40-0B5FF35E80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50" y="1052736"/>
            <a:ext cx="8928100" cy="262541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86571E8-4CC5-6D4C-67A6-895D0816FE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" y="3894276"/>
            <a:ext cx="8928100" cy="176697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328927008"/>
      </p:ext>
    </p:extLst>
  </p:cSld>
  <p:clrMapOvr>
    <a:masterClrMapping/>
  </p:clrMapOvr>
  <p:transition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9F58867-8E0B-0619-BDD0-8733255F70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27</a:t>
            </a:fld>
            <a:endParaRPr lang="en-US" altLang="ko-KR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7C11419-B695-2F54-F88C-8AE4B4156DF3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2BEC260-8246-8B35-6D90-3027E0EE99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5809" y="1412776"/>
            <a:ext cx="2952381" cy="28952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EEC00EA-A0A0-DCDA-60E6-E136C43D7242}"/>
              </a:ext>
            </a:extLst>
          </p:cNvPr>
          <p:cNvSpPr txBox="1"/>
          <p:nvPr/>
        </p:nvSpPr>
        <p:spPr>
          <a:xfrm>
            <a:off x="3028948" y="4291083"/>
            <a:ext cx="308610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dirty="0">
                <a:latin typeface="STXingkai" panose="020B0503020204020204" pitchFamily="2" charset="-122"/>
                <a:ea typeface="STXingkai" panose="020B0503020204020204" pitchFamily="2" charset="-122"/>
              </a:rPr>
              <a:t>Coffee</a:t>
            </a:r>
            <a:r>
              <a:rPr lang="ko-KR" altLang="en-US" sz="5400" dirty="0">
                <a:latin typeface="STXingkai" panose="020B0503020204020204" pitchFamily="2" charset="-122"/>
              </a:rPr>
              <a:t> </a:t>
            </a:r>
            <a:r>
              <a:rPr lang="en-US" altLang="ko-KR" sz="5400" dirty="0">
                <a:latin typeface="STXingkai" panose="020B0503020204020204" pitchFamily="2" charset="-122"/>
                <a:ea typeface="STXingkai" panose="020B0503020204020204" pitchFamily="2" charset="-122"/>
              </a:rPr>
              <a:t>Break</a:t>
            </a:r>
            <a:endParaRPr lang="ko-KR" altLang="en-US" sz="5400" dirty="0">
              <a:latin typeface="STXingkai" panose="020B0503020204020204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69440650"/>
      </p:ext>
    </p:extLst>
  </p:cSld>
  <p:clrMapOvr>
    <a:masterClrMapping/>
  </p:clrMapOvr>
  <p:transition>
    <p:diamond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875BA3-4C6F-9CE7-4061-A60CF8C1B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WAVE </a:t>
            </a:r>
            <a:r>
              <a:rPr lang="ko-KR" altLang="en-US" dirty="0"/>
              <a:t>파일 구조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1AC2C9D-3570-D0F8-68D3-DF695B8A39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Wave </a:t>
            </a:r>
            <a:r>
              <a:rPr lang="ko-KR" altLang="en-US" dirty="0"/>
              <a:t>파일</a:t>
            </a:r>
            <a:endParaRPr lang="en-US" altLang="ko-KR" dirty="0"/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가공되지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않은 오디오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포맷</a:t>
            </a:r>
            <a:r>
              <a:rPr lang="en-US" altLang="ko-KR" dirty="0">
                <a:sym typeface="Wingdings" panose="05000000000000000000" pitchFamily="2" charset="2"/>
              </a:rPr>
              <a:t>,</a:t>
            </a:r>
            <a:r>
              <a:rPr lang="ko-KR" altLang="en-US" dirty="0">
                <a:sym typeface="Wingdings" panose="05000000000000000000" pitchFamily="2" charset="2"/>
              </a:rPr>
              <a:t> 압축이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되지 않아 파일 크기는 큰 편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ko-KR" altLang="en-US" dirty="0"/>
              <a:t>실제 소리 데이터인 </a:t>
            </a:r>
            <a:r>
              <a:rPr lang="en-US" altLang="ko-KR" dirty="0" err="1"/>
              <a:t>PCM</a:t>
            </a:r>
            <a:r>
              <a:rPr lang="en-US" altLang="ko-KR" baseline="30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Pulse</a:t>
            </a:r>
            <a:r>
              <a:rPr lang="en-US" altLang="ko-KR" baseline="30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Code</a:t>
            </a:r>
            <a:r>
              <a:rPr lang="ko-KR" altLang="en-US" baseline="30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ko-KR" baseline="30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Modulation</a:t>
            </a:r>
            <a:r>
              <a:rPr lang="ko-KR" altLang="en-US" dirty="0"/>
              <a:t>에 헤더를 붙임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en-US" altLang="ko-KR" dirty="0" err="1">
                <a:sym typeface="Wingdings" panose="05000000000000000000" pitchFamily="2" charset="2"/>
              </a:rPr>
              <a:t>Header+PCM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알아야 할 정보 </a:t>
            </a:r>
            <a:r>
              <a:rPr lang="en-US" altLang="ko-KR" dirty="0">
                <a:sym typeface="Wingdings" panose="05000000000000000000" pitchFamily="2" charset="2"/>
              </a:rPr>
              <a:t>: Sampling Rate, </a:t>
            </a:r>
            <a:r>
              <a:rPr lang="en-US" altLang="ko-KR" dirty="0" err="1">
                <a:sym typeface="Wingdings" panose="05000000000000000000" pitchFamily="2" charset="2"/>
              </a:rPr>
              <a:t>BytePerSample</a:t>
            </a:r>
            <a:r>
              <a:rPr lang="en-US" altLang="ko-KR" dirty="0">
                <a:sym typeface="Wingdings" panose="05000000000000000000" pitchFamily="2" charset="2"/>
              </a:rPr>
              <a:t>, Channels, …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E982F70-98E4-4F84-D160-969E36BED1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28</a:t>
            </a:fld>
            <a:endParaRPr lang="en-US" altLang="ko-KR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707A6A-E330-3136-AC08-80E155D9ACD7}"/>
              </a:ext>
            </a:extLst>
          </p:cNvPr>
          <p:cNvSpPr txBox="1"/>
          <p:nvPr/>
        </p:nvSpPr>
        <p:spPr>
          <a:xfrm>
            <a:off x="4726199" y="5834638"/>
            <a:ext cx="41017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출처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https://m.blog.naver.com/PostView.naver?isHttpsRedirect=true&amp;blogId=psychoria&amp;logNo=40139175382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455FDA8-BB0C-5B98-692C-7B69174E92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204" y="3212976"/>
            <a:ext cx="3138409" cy="312727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81AD1D9-0C8A-1567-24E1-F4DDBAF8AA59}"/>
              </a:ext>
            </a:extLst>
          </p:cNvPr>
          <p:cNvSpPr txBox="1"/>
          <p:nvPr/>
        </p:nvSpPr>
        <p:spPr>
          <a:xfrm>
            <a:off x="5483696" y="3785066"/>
            <a:ext cx="30834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※RIFF : Resource Interchange File Format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05FC1A-DB3A-1055-F385-D1CFCEB6F187}"/>
              </a:ext>
            </a:extLst>
          </p:cNvPr>
          <p:cNvSpPr txBox="1"/>
          <p:nvPr/>
        </p:nvSpPr>
        <p:spPr>
          <a:xfrm>
            <a:off x="5483696" y="4560590"/>
            <a:ext cx="22200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※</a:t>
            </a:r>
            <a:r>
              <a:rPr lang="en-US" altLang="ko-KR" sz="1200" dirty="0" err="1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fmt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: Format Chunk Marker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43295908"/>
      </p:ext>
    </p:extLst>
  </p:cSld>
  <p:clrMapOvr>
    <a:masterClrMapping/>
  </p:clrMapOvr>
  <p:transition>
    <p:diamond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D18475-CE8F-13FC-0075-87823DE00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endian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EF3E97-942C-33C1-C6B8-1970C232A5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endian</a:t>
            </a:r>
          </a:p>
          <a:p>
            <a:pPr lvl="1"/>
            <a:r>
              <a:rPr lang="ko-KR" altLang="en-US" dirty="0"/>
              <a:t>컴퓨터</a:t>
            </a:r>
            <a:r>
              <a:rPr lang="en-US" altLang="ko-KR" dirty="0"/>
              <a:t> </a:t>
            </a:r>
            <a:r>
              <a:rPr lang="ko-KR" altLang="en-US" dirty="0"/>
              <a:t>메모리와 같은 </a:t>
            </a:r>
            <a:r>
              <a:rPr lang="en-US" altLang="ko-KR" dirty="0"/>
              <a:t>1</a:t>
            </a:r>
            <a:r>
              <a:rPr lang="ko-KR" altLang="en-US" dirty="0"/>
              <a:t>차원 공간에 여러 연속된 대상을 배열하는 방법</a:t>
            </a:r>
            <a:endParaRPr lang="en-US" altLang="ko-KR" dirty="0"/>
          </a:p>
          <a:p>
            <a:pPr lvl="1"/>
            <a:r>
              <a:rPr lang="en-US" altLang="ko-KR" dirty="0"/>
              <a:t>big endian</a:t>
            </a:r>
          </a:p>
          <a:p>
            <a:pPr lvl="2"/>
            <a:r>
              <a:rPr lang="ko-KR" altLang="en-US" dirty="0"/>
              <a:t>큰</a:t>
            </a:r>
            <a:r>
              <a:rPr lang="en-US" altLang="ko-KR" dirty="0"/>
              <a:t> </a:t>
            </a:r>
            <a:r>
              <a:rPr lang="ko-KR" altLang="en-US" dirty="0"/>
              <a:t>단위가 앞에 나오는 방식</a:t>
            </a:r>
            <a:r>
              <a:rPr lang="en-US" altLang="ko-KR" dirty="0"/>
              <a:t>, </a:t>
            </a:r>
            <a:r>
              <a:rPr lang="ko-KR" altLang="en-US" dirty="0"/>
              <a:t>주로 </a:t>
            </a:r>
            <a:r>
              <a:rPr lang="en-US" altLang="ko-KR" dirty="0"/>
              <a:t>UNIX </a:t>
            </a:r>
            <a:r>
              <a:rPr lang="ko-KR" altLang="en-US" dirty="0"/>
              <a:t>계열</a:t>
            </a:r>
            <a:endParaRPr lang="en-US" altLang="ko-KR" dirty="0"/>
          </a:p>
          <a:p>
            <a:pPr lvl="2"/>
            <a:r>
              <a:rPr lang="ko-KR" altLang="en-US" dirty="0"/>
              <a:t>사람이 읽는 방식과 같아 디버깅 과정에서 편함</a:t>
            </a:r>
            <a:endParaRPr lang="en-US" altLang="ko-KR" dirty="0"/>
          </a:p>
          <a:p>
            <a:pPr lvl="1"/>
            <a:r>
              <a:rPr lang="en-US" altLang="ko-KR" dirty="0"/>
              <a:t>little endian</a:t>
            </a:r>
          </a:p>
          <a:p>
            <a:pPr lvl="2"/>
            <a:r>
              <a:rPr lang="ko-KR" altLang="en-US" dirty="0"/>
              <a:t>작은 단위가 앞에 나오는 방식</a:t>
            </a:r>
            <a:r>
              <a:rPr lang="en-US" altLang="ko-KR" dirty="0"/>
              <a:t>, </a:t>
            </a:r>
            <a:r>
              <a:rPr lang="ko-KR" altLang="en-US" dirty="0"/>
              <a:t>주로 </a:t>
            </a:r>
            <a:r>
              <a:rPr lang="en-US" altLang="ko-KR" dirty="0"/>
              <a:t>INTEL </a:t>
            </a:r>
            <a:r>
              <a:rPr lang="ko-KR" altLang="en-US" dirty="0"/>
              <a:t>계열</a:t>
            </a:r>
            <a:endParaRPr lang="en-US" altLang="ko-KR" dirty="0"/>
          </a:p>
          <a:p>
            <a:pPr lvl="2"/>
            <a:r>
              <a:rPr lang="ko-KR" altLang="en-US" dirty="0"/>
              <a:t>하위 바이트 추출 용이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앞에서 부터 한 </a:t>
            </a:r>
            <a:r>
              <a:rPr lang="ko-KR" altLang="en-US" dirty="0" err="1">
                <a:sym typeface="Wingdings" panose="05000000000000000000" pitchFamily="2" charset="2"/>
              </a:rPr>
              <a:t>바이트씩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ko-KR" altLang="en-US" dirty="0" err="1">
                <a:sym typeface="Wingdings" panose="05000000000000000000" pitchFamily="2" charset="2"/>
              </a:rPr>
              <a:t>떼어냄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B0C84B2-171A-9187-BD47-2E06A9A2FA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29</a:t>
            </a:fld>
            <a:endParaRPr lang="en-US" altLang="ko-K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2810EF-0608-C4A0-93B5-282B59F072D1}"/>
              </a:ext>
            </a:extLst>
          </p:cNvPr>
          <p:cNvSpPr txBox="1"/>
          <p:nvPr/>
        </p:nvSpPr>
        <p:spPr>
          <a:xfrm>
            <a:off x="6035052" y="6203970"/>
            <a:ext cx="32403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출처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https://anythingcafe.tistory.com/3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68DED87C-0448-F0B7-7E9B-4A4B1314100D}"/>
              </a:ext>
            </a:extLst>
          </p:cNvPr>
          <p:cNvGrpSpPr/>
          <p:nvPr/>
        </p:nvGrpSpPr>
        <p:grpSpPr>
          <a:xfrm>
            <a:off x="3698886" y="4797152"/>
            <a:ext cx="1736702" cy="432048"/>
            <a:chOff x="1178099" y="3555876"/>
            <a:chExt cx="1736702" cy="432048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931FE818-8DA4-69FB-1068-DA290F0A9E63}"/>
                </a:ext>
              </a:extLst>
            </p:cNvPr>
            <p:cNvSpPr/>
            <p:nvPr/>
          </p:nvSpPr>
          <p:spPr>
            <a:xfrm>
              <a:off x="1178099" y="3555876"/>
              <a:ext cx="576064" cy="432048"/>
            </a:xfrm>
            <a:prstGeom prst="rect">
              <a:avLst/>
            </a:prstGeom>
            <a:noFill/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rgbClr val="0070C0"/>
                  </a:solidFill>
                </a:rPr>
                <a:t>2A</a:t>
              </a:r>
              <a:endParaRPr lang="ko-KR" altLang="en-US" dirty="0">
                <a:solidFill>
                  <a:srgbClr val="0070C0"/>
                </a:solidFill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ED765451-20A8-2BB3-0A26-7BA03B1C78AD}"/>
                </a:ext>
              </a:extLst>
            </p:cNvPr>
            <p:cNvSpPr/>
            <p:nvPr/>
          </p:nvSpPr>
          <p:spPr>
            <a:xfrm>
              <a:off x="1758211" y="3555876"/>
              <a:ext cx="576064" cy="432048"/>
            </a:xfrm>
            <a:prstGeom prst="rect">
              <a:avLst/>
            </a:prstGeom>
            <a:noFill/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rgbClr val="0070C0"/>
                  </a:solidFill>
                </a:rPr>
                <a:t>00</a:t>
              </a:r>
              <a:endParaRPr lang="ko-KR" altLang="en-US" dirty="0">
                <a:solidFill>
                  <a:srgbClr val="0070C0"/>
                </a:solidFill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7B1FD10-458C-4167-2D1E-0D5C2AB780D2}"/>
                </a:ext>
              </a:extLst>
            </p:cNvPr>
            <p:cNvSpPr/>
            <p:nvPr/>
          </p:nvSpPr>
          <p:spPr>
            <a:xfrm>
              <a:off x="2338737" y="3555876"/>
              <a:ext cx="576064" cy="432048"/>
            </a:xfrm>
            <a:prstGeom prst="rect">
              <a:avLst/>
            </a:prstGeom>
            <a:noFill/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rgbClr val="0070C0"/>
                  </a:solidFill>
                </a:rPr>
                <a:t>00</a:t>
              </a:r>
              <a:endParaRPr lang="ko-KR" altLang="en-US" dirty="0">
                <a:solidFill>
                  <a:srgbClr val="0070C0"/>
                </a:solidFill>
              </a:endParaRPr>
            </a:p>
          </p:txBody>
        </p:sp>
      </p:grp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90141A2-05E4-6043-A7FF-F92FEE99B6ED}"/>
              </a:ext>
            </a:extLst>
          </p:cNvPr>
          <p:cNvSpPr/>
          <p:nvPr/>
        </p:nvSpPr>
        <p:spPr>
          <a:xfrm>
            <a:off x="2946850" y="5368850"/>
            <a:ext cx="3240360" cy="79208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80000" indent="-180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big endian </a:t>
            </a:r>
            <a:r>
              <a:rPr lang="ko-KR" altLang="en-US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순서</a:t>
            </a:r>
            <a:r>
              <a:rPr lang="en-US" altLang="ko-KR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 </a:t>
            </a:r>
            <a:r>
              <a:rPr lang="en-US" altLang="ko-KR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2A 00 00</a:t>
            </a:r>
          </a:p>
          <a:p>
            <a:pPr marL="180000" indent="-180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little endian </a:t>
            </a:r>
            <a:r>
              <a:rPr lang="ko-KR" altLang="en-US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순서 </a:t>
            </a:r>
            <a:r>
              <a:rPr lang="en-US" altLang="ko-KR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 </a:t>
            </a:r>
            <a:r>
              <a:rPr lang="en-US" altLang="ko-KR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00 00 2A</a:t>
            </a:r>
            <a:endParaRPr lang="ko-KR" altLang="en-US" b="1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0271465"/>
      </p:ext>
    </p:extLst>
  </p:cSld>
  <p:clrMapOvr>
    <a:masterClrMapping/>
  </p:clrMapOvr>
  <p:transition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875BA3-4C6F-9CE7-4061-A60CF8C1B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WAVE </a:t>
            </a:r>
            <a:r>
              <a:rPr lang="ko-KR" altLang="en-US" dirty="0"/>
              <a:t>파일 구조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1AC2C9D-3570-D0F8-68D3-DF695B8A39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652" y="1029359"/>
            <a:ext cx="8950325" cy="5581650"/>
          </a:xfrm>
        </p:spPr>
        <p:txBody>
          <a:bodyPr/>
          <a:lstStyle/>
          <a:p>
            <a:r>
              <a:rPr lang="ko-KR" altLang="en-US" dirty="0"/>
              <a:t>실제 </a:t>
            </a:r>
            <a:r>
              <a:rPr lang="en-US" altLang="ko-KR" dirty="0"/>
              <a:t>Wave </a:t>
            </a:r>
            <a:r>
              <a:rPr lang="ko-KR" altLang="en-US" dirty="0"/>
              <a:t>파일 예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Wave </a:t>
            </a:r>
            <a:r>
              <a:rPr lang="ko-KR" altLang="en-US" dirty="0"/>
              <a:t>파일 헤더 구조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E982F70-98E4-4F84-D160-969E36BED1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30</a:t>
            </a:fld>
            <a:endParaRPr lang="en-US" altLang="ko-K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BC9280-1003-CFF6-D5A3-79ACD85F0639}"/>
              </a:ext>
            </a:extLst>
          </p:cNvPr>
          <p:cNvSpPr txBox="1"/>
          <p:nvPr/>
        </p:nvSpPr>
        <p:spPr>
          <a:xfrm>
            <a:off x="6156176" y="6297475"/>
            <a:ext cx="314002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출처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https://anythingcafe.tistory.com/2&gt;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75CB591B-487E-E5E4-7FAD-EC01029271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1628800"/>
            <a:ext cx="7200800" cy="1330302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B269ABFA-357F-BE77-CD5D-F40C650471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405" y="3597309"/>
            <a:ext cx="3898841" cy="2594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358333"/>
      </p:ext>
    </p:extLst>
  </p:cSld>
  <p:clrMapOvr>
    <a:masterClrMapping/>
  </p:clrMapOvr>
  <p:transition>
    <p:diamond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875BA3-4C6F-9CE7-4061-A60CF8C1B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WAVE </a:t>
            </a:r>
            <a:r>
              <a:rPr lang="ko-KR" altLang="en-US" dirty="0"/>
              <a:t>파일 구조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1AC2C9D-3570-D0F8-68D3-DF695B8A39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652" y="1029359"/>
            <a:ext cx="8950325" cy="5581650"/>
          </a:xfrm>
        </p:spPr>
        <p:txBody>
          <a:bodyPr/>
          <a:lstStyle/>
          <a:p>
            <a:r>
              <a:rPr lang="en-US" altLang="ko-KR" dirty="0"/>
              <a:t>“RIFF” Chunk </a:t>
            </a:r>
            <a:r>
              <a:rPr lang="ko-KR" altLang="en-US" dirty="0"/>
              <a:t>부분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Chunk ID (4B, Big Endian)</a:t>
            </a:r>
          </a:p>
          <a:p>
            <a:pPr lvl="2"/>
            <a:r>
              <a:rPr lang="en-US" altLang="ko-KR" dirty="0"/>
              <a:t>0x52 </a:t>
            </a:r>
            <a:r>
              <a:rPr lang="en-US" altLang="ko-KR" dirty="0">
                <a:sym typeface="Wingdings" panose="05000000000000000000" pitchFamily="2" charset="2"/>
              </a:rPr>
              <a:t> R, 0x49  I, 0x46  F, 0x46  F</a:t>
            </a: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Chunk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Size(4B, Little Endian)  </a:t>
            </a:r>
            <a:r>
              <a:rPr lang="ko-KR" altLang="en-US" dirty="0">
                <a:sym typeface="Wingdings" panose="05000000000000000000" pitchFamily="2" charset="2"/>
              </a:rPr>
              <a:t>전체크기</a:t>
            </a:r>
            <a:r>
              <a:rPr lang="en-US" altLang="ko-KR" dirty="0">
                <a:sym typeface="Wingdings" panose="05000000000000000000" pitchFamily="2" charset="2"/>
              </a:rPr>
              <a:t>-8B</a:t>
            </a: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0x000047AC  18,348B</a:t>
            </a:r>
            <a:endParaRPr lang="en-US" altLang="ko-KR" dirty="0"/>
          </a:p>
          <a:p>
            <a:pPr lvl="1"/>
            <a:r>
              <a:rPr lang="en-US" altLang="ko-KR" dirty="0"/>
              <a:t>Format(4B, Big Endian)</a:t>
            </a:r>
          </a:p>
          <a:p>
            <a:pPr lvl="2"/>
            <a:r>
              <a:rPr lang="en-US" altLang="ko-KR" dirty="0"/>
              <a:t>0x57 </a:t>
            </a:r>
            <a:r>
              <a:rPr lang="en-US" altLang="ko-KR" dirty="0">
                <a:sym typeface="Wingdings" panose="05000000000000000000" pitchFamily="2" charset="2"/>
              </a:rPr>
              <a:t> W, 0x41  A, 0x56  V, 0x45  E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E982F70-98E4-4F84-D160-969E36BED1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31</a:t>
            </a:fld>
            <a:endParaRPr lang="en-US" altLang="ko-K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BC9280-1003-CFF6-D5A3-79ACD85F0639}"/>
              </a:ext>
            </a:extLst>
          </p:cNvPr>
          <p:cNvSpPr txBox="1"/>
          <p:nvPr/>
        </p:nvSpPr>
        <p:spPr>
          <a:xfrm>
            <a:off x="3796928" y="6297475"/>
            <a:ext cx="54992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출처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https://anythingcafe.tistory.com/2, https://shaeod.tistory.com/228&gt;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7E2DD8D9-0BE5-591A-9523-68D2A7A488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0612" y="1100821"/>
            <a:ext cx="2297188" cy="4869160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27590BD2-3191-AD2C-C24A-3F9BCBD62C5E}"/>
              </a:ext>
            </a:extLst>
          </p:cNvPr>
          <p:cNvGrpSpPr/>
          <p:nvPr/>
        </p:nvGrpSpPr>
        <p:grpSpPr>
          <a:xfrm>
            <a:off x="525770" y="1533866"/>
            <a:ext cx="4550286" cy="1463086"/>
            <a:chOff x="525770" y="1533867"/>
            <a:chExt cx="3271158" cy="602270"/>
          </a:xfrm>
        </p:grpSpPr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D409EA2B-C077-87FC-6017-926F34E16CB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5770" y="1533867"/>
              <a:ext cx="3271158" cy="304762"/>
            </a:xfrm>
            <a:prstGeom prst="rect">
              <a:avLst/>
            </a:prstGeom>
          </p:spPr>
        </p:pic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995573B7-513C-A152-D4E8-2834CA59C1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58833" y="1926613"/>
              <a:ext cx="3238095" cy="20952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65772675"/>
      </p:ext>
    </p:extLst>
  </p:cSld>
  <p:clrMapOvr>
    <a:masterClrMapping/>
  </p:clrMapOvr>
  <p:transition>
    <p:diamond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875BA3-4C6F-9CE7-4061-A60CF8C1B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WAVE </a:t>
            </a:r>
            <a:r>
              <a:rPr lang="ko-KR" altLang="en-US" dirty="0"/>
              <a:t>파일 구조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1AC2C9D-3570-D0F8-68D3-DF695B8A39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652" y="1029359"/>
            <a:ext cx="8950325" cy="5581650"/>
          </a:xfrm>
        </p:spPr>
        <p:txBody>
          <a:bodyPr/>
          <a:lstStyle/>
          <a:p>
            <a:r>
              <a:rPr lang="en-US" altLang="ko-KR" dirty="0"/>
              <a:t>‘</a:t>
            </a:r>
            <a:r>
              <a:rPr lang="en-US" altLang="ko-KR" dirty="0" err="1"/>
              <a:t>fmt</a:t>
            </a:r>
            <a:r>
              <a:rPr lang="en-US" altLang="ko-KR" dirty="0"/>
              <a:t>’ </a:t>
            </a:r>
            <a:r>
              <a:rPr lang="en-US" altLang="ko-KR" dirty="0" err="1"/>
              <a:t>SubChunk</a:t>
            </a:r>
            <a:r>
              <a:rPr lang="en-US" altLang="ko-KR" dirty="0"/>
              <a:t> </a:t>
            </a:r>
            <a:r>
              <a:rPr lang="ko-KR" altLang="en-US" dirty="0"/>
              <a:t>부분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 err="1"/>
              <a:t>SubChunk</a:t>
            </a:r>
            <a:r>
              <a:rPr lang="en-US" altLang="ko-KR" dirty="0"/>
              <a:t> ID (4B, Big Endian)</a:t>
            </a:r>
          </a:p>
          <a:p>
            <a:pPr lvl="2"/>
            <a:r>
              <a:rPr lang="en-US" altLang="ko-KR" dirty="0"/>
              <a:t>0x66 </a:t>
            </a:r>
            <a:r>
              <a:rPr lang="en-US" altLang="ko-KR" dirty="0">
                <a:sym typeface="Wingdings" panose="05000000000000000000" pitchFamily="2" charset="2"/>
              </a:rPr>
              <a:t> f, 0x6D  m, 0x75  t, 0x20  ‘ ‘(SP)</a:t>
            </a:r>
          </a:p>
          <a:p>
            <a:pPr lvl="1"/>
            <a:r>
              <a:rPr lang="en-US" altLang="ko-KR" dirty="0" err="1">
                <a:sym typeface="Wingdings" panose="05000000000000000000" pitchFamily="2" charset="2"/>
              </a:rPr>
              <a:t>SubChunk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Size(4B, Little Endian)</a:t>
            </a: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0x00000012  18B  </a:t>
            </a:r>
            <a:r>
              <a:rPr lang="ko-KR" altLang="en-US" dirty="0">
                <a:sym typeface="Wingdings" panose="05000000000000000000" pitchFamily="2" charset="2"/>
              </a:rPr>
              <a:t>녹색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후속 헤더 크기</a:t>
            </a:r>
            <a:endParaRPr lang="en-US" altLang="ko-KR" dirty="0"/>
          </a:p>
          <a:p>
            <a:pPr lvl="1"/>
            <a:r>
              <a:rPr lang="en-US" altLang="ko-KR" dirty="0"/>
              <a:t> …</a:t>
            </a:r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E982F70-98E4-4F84-D160-969E36BED1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32</a:t>
            </a:fld>
            <a:endParaRPr lang="en-US" altLang="ko-K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BC9280-1003-CFF6-D5A3-79ACD85F0639}"/>
              </a:ext>
            </a:extLst>
          </p:cNvPr>
          <p:cNvSpPr txBox="1"/>
          <p:nvPr/>
        </p:nvSpPr>
        <p:spPr>
          <a:xfrm>
            <a:off x="3789851" y="6297475"/>
            <a:ext cx="550635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출처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https://anythingcafe.tistory.com/2, https://shaeod.tistory.com/228&gt;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7E2DD8D9-0BE5-591A-9523-68D2A7A488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0612" y="1100821"/>
            <a:ext cx="2297188" cy="486916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DDEA549F-03BE-8823-803D-E733E643EF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166" y="1552764"/>
            <a:ext cx="3666667" cy="571429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FD9CB237-86F1-AF2A-E66D-E6905F3078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082" y="2319063"/>
            <a:ext cx="4371429" cy="514286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07EA2788-902C-8778-6D98-BD394EC9F174}"/>
              </a:ext>
            </a:extLst>
          </p:cNvPr>
          <p:cNvSpPr/>
          <p:nvPr/>
        </p:nvSpPr>
        <p:spPr>
          <a:xfrm>
            <a:off x="396774" y="2194925"/>
            <a:ext cx="3393077" cy="2880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E9D6B5C-3D4B-5825-BBE4-3820C4201C00}"/>
              </a:ext>
            </a:extLst>
          </p:cNvPr>
          <p:cNvSpPr/>
          <p:nvPr/>
        </p:nvSpPr>
        <p:spPr>
          <a:xfrm>
            <a:off x="1603771" y="2647598"/>
            <a:ext cx="3393077" cy="1857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5178832"/>
      </p:ext>
    </p:extLst>
  </p:cSld>
  <p:clrMapOvr>
    <a:masterClrMapping/>
  </p:clrMapOvr>
  <p:transition>
    <p:diamond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CD9FA2-7DCE-221D-460F-CF9E0098D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Callback</a:t>
            </a:r>
            <a:r>
              <a:rPr lang="ko-KR" altLang="en-US" dirty="0"/>
              <a:t> 모드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E07EC6-0696-EBC8-9902-AE894F948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Callback mode</a:t>
            </a:r>
            <a:r>
              <a:rPr lang="ko-KR" altLang="en-US" dirty="0"/>
              <a:t>를 이용한 음성 입출력</a:t>
            </a:r>
            <a:endParaRPr lang="en-US" altLang="ko-KR" dirty="0"/>
          </a:p>
          <a:p>
            <a:pPr lvl="1"/>
            <a:r>
              <a:rPr lang="ko-KR" altLang="en-US" dirty="0"/>
              <a:t>먼저</a:t>
            </a:r>
            <a:r>
              <a:rPr lang="en-US" altLang="ko-KR" dirty="0"/>
              <a:t>, </a:t>
            </a:r>
            <a:r>
              <a:rPr lang="ko-KR" altLang="en-US" dirty="0"/>
              <a:t>음성 입출력을 담당하는 </a:t>
            </a:r>
            <a:r>
              <a:rPr lang="en-US" altLang="ko-KR" dirty="0"/>
              <a:t>Callback </a:t>
            </a:r>
            <a:r>
              <a:rPr lang="ko-KR" altLang="en-US" dirty="0"/>
              <a:t>함수 등록</a:t>
            </a:r>
            <a:endParaRPr lang="en-US" altLang="ko-KR" dirty="0"/>
          </a:p>
          <a:p>
            <a:pPr lvl="1"/>
            <a:r>
              <a:rPr lang="ko-KR" altLang="en-US" dirty="0"/>
              <a:t>음성 입력이 발생하면 콜백함수를 호출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음성 데이터를 전달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Blocking mode</a:t>
            </a:r>
            <a:r>
              <a:rPr lang="ko-KR" altLang="en-US" dirty="0">
                <a:sym typeface="Wingdings" panose="05000000000000000000" pitchFamily="2" charset="2"/>
              </a:rPr>
              <a:t>에 비해 복잡해 보이나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실제 응용에서 더 널리 사용함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217A12C-6FF3-43BA-6BFC-7E1F5DE9F9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33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DA9DF00-4DF3-BE7C-B475-AF4D16F960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6153" y="3068960"/>
            <a:ext cx="5093917" cy="31050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6FB74B2-4284-AE66-FA21-7B4D5108443A}"/>
              </a:ext>
            </a:extLst>
          </p:cNvPr>
          <p:cNvSpPr txBox="1"/>
          <p:nvPr/>
        </p:nvSpPr>
        <p:spPr>
          <a:xfrm>
            <a:off x="4716016" y="6270238"/>
            <a:ext cx="46018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 sz="1200" dirty="0" err="1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그림출처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https://m.blog.naver.com/techref/222317126494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9333675"/>
      </p:ext>
    </p:extLst>
  </p:cSld>
  <p:clrMapOvr>
    <a:masterClrMapping/>
  </p:clrMapOvr>
  <p:transition>
    <p:diamond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8F08D4-654D-E224-5054-49384AB46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4] </a:t>
            </a:r>
            <a:r>
              <a:rPr lang="ko-KR" altLang="en-US" dirty="0"/>
              <a:t>오디오 입력 녹음 </a:t>
            </a:r>
            <a:r>
              <a:rPr lang="en-US" altLang="ko-KR" dirty="0"/>
              <a:t>– Callback Mode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700936-E5FC-53A6-F43C-8F62B4A4A2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34</a:t>
            </a:fld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2E05E67-A415-923A-AF77-770233EBE3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176" y="904430"/>
            <a:ext cx="8638095" cy="558095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311619154"/>
      </p:ext>
    </p:extLst>
  </p:cSld>
  <p:clrMapOvr>
    <a:masterClrMapping/>
  </p:clrMapOvr>
  <p:transition>
    <p:diamond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8F08D4-654D-E224-5054-49384AB46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4] </a:t>
            </a:r>
            <a:r>
              <a:rPr lang="ko-KR" altLang="en-US" dirty="0"/>
              <a:t>오디오 입력 녹음 </a:t>
            </a:r>
            <a:r>
              <a:rPr lang="en-US" altLang="ko-KR" dirty="0"/>
              <a:t>– Callback Mode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700936-E5FC-53A6-F43C-8F62B4A4A2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35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E478905-AB5C-5DA6-A862-5273375668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905" y="1141008"/>
            <a:ext cx="7276190" cy="503809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667731539"/>
      </p:ext>
    </p:extLst>
  </p:cSld>
  <p:clrMapOvr>
    <a:masterClrMapping/>
  </p:clrMapOvr>
  <p:transition>
    <p:diamond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6C2C88-FFAA-6CC9-4122-0A40A073F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083F59-9D96-C6B7-8D12-8CC93531D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4] </a:t>
            </a:r>
            <a:r>
              <a:rPr lang="ko-KR" altLang="en-US" dirty="0"/>
              <a:t>오디오 입력 녹음 </a:t>
            </a:r>
            <a:r>
              <a:rPr lang="en-US" altLang="ko-KR" dirty="0"/>
              <a:t>– Callback Mode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DA5D39B-1EA4-0AB4-5FE9-08C2EAC291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36</a:t>
            </a:fld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7AD6DD7-F9C1-1C40-3E7F-03DFB2796A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238" y="1196752"/>
            <a:ext cx="8809524" cy="276190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072166122"/>
      </p:ext>
    </p:extLst>
  </p:cSld>
  <p:clrMapOvr>
    <a:masterClrMapping/>
  </p:clrMapOvr>
  <p:transition>
    <p:diamond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8F08D4-654D-E224-5054-49384AB46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4] </a:t>
            </a:r>
            <a:r>
              <a:rPr lang="ko-KR" altLang="en-US" dirty="0"/>
              <a:t>오디오 입력 녹음 </a:t>
            </a:r>
            <a:r>
              <a:rPr lang="en-US" altLang="ko-KR" dirty="0"/>
              <a:t>– Callback Mode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700936-E5FC-53A6-F43C-8F62B4A4A2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37</a:t>
            </a:fld>
            <a:endParaRPr lang="en-US" altLang="ko-K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592570-EF08-0510-E678-1793D463CE7C}"/>
              </a:ext>
            </a:extLst>
          </p:cNvPr>
          <p:cNvSpPr txBox="1"/>
          <p:nvPr/>
        </p:nvSpPr>
        <p:spPr>
          <a:xfrm>
            <a:off x="1261637" y="5563979"/>
            <a:ext cx="66207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음성을</a:t>
            </a:r>
            <a:r>
              <a:rPr lang="en-US" altLang="ko-KR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입력한 내용을 </a:t>
            </a:r>
            <a:r>
              <a:rPr lang="en-US" altLang="ko-KR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초 동안 녹음하여</a:t>
            </a:r>
            <a:r>
              <a:rPr lang="en-US" altLang="ko-KR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“output2.wav”</a:t>
            </a:r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 저장함</a:t>
            </a:r>
            <a:r>
              <a:rPr lang="en-US" altLang="ko-KR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endParaRPr lang="ko-KR" altLang="en-US" b="1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D3F0402-5992-C710-4A3F-2CFB830CD3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950" y="1333629"/>
            <a:ext cx="6838095" cy="373333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342216436"/>
      </p:ext>
    </p:extLst>
  </p:cSld>
  <p:clrMapOvr>
    <a:masterClrMapping/>
  </p:clrMapOvr>
  <p:transition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8F08D4-654D-E224-5054-49384AB46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5] </a:t>
            </a:r>
            <a:r>
              <a:rPr lang="ko-KR" altLang="en-US" dirty="0"/>
              <a:t>녹음파일 스피커출력 </a:t>
            </a:r>
            <a:r>
              <a:rPr lang="en-US" altLang="ko-KR" dirty="0"/>
              <a:t>– Callback Mode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700936-E5FC-53A6-F43C-8F62B4A4A2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38</a:t>
            </a:fld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4C8823F-25A6-C4F2-2952-672BD7CCB3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950" y="1066918"/>
            <a:ext cx="8090100" cy="518457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688843596"/>
      </p:ext>
    </p:extLst>
  </p:cSld>
  <p:clrMapOvr>
    <a:masterClrMapping/>
  </p:clrMapOvr>
  <p:transition>
    <p:diamond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8F08D4-654D-E224-5054-49384AB46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5] </a:t>
            </a:r>
            <a:r>
              <a:rPr lang="ko-KR" altLang="en-US" dirty="0"/>
              <a:t>녹음파일 스피커출력 </a:t>
            </a:r>
            <a:r>
              <a:rPr lang="en-US" altLang="ko-KR" dirty="0"/>
              <a:t>– Callback Mode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700936-E5FC-53A6-F43C-8F62B4A4A2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39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5E6A680-ED0E-DD29-07BA-B553EC3E7E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228" y="1008485"/>
            <a:ext cx="7849544" cy="537284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688133417"/>
      </p:ext>
    </p:extLst>
  </p:cSld>
  <p:clrMapOvr>
    <a:masterClrMapping/>
  </p:clrMapOvr>
  <p:transition>
    <p:diamond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8F08D4-654D-E224-5054-49384AB46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5] </a:t>
            </a:r>
            <a:r>
              <a:rPr lang="ko-KR" altLang="en-US" dirty="0"/>
              <a:t>녹음파일 스피커출력 </a:t>
            </a:r>
            <a:r>
              <a:rPr lang="en-US" altLang="ko-KR" dirty="0"/>
              <a:t>– Callback Mode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700936-E5FC-53A6-F43C-8F62B4A4A2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40</a:t>
            </a:fld>
            <a:endParaRPr lang="en-US" altLang="ko-K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592570-EF08-0510-E678-1793D463CE7C}"/>
              </a:ext>
            </a:extLst>
          </p:cNvPr>
          <p:cNvSpPr txBox="1"/>
          <p:nvPr/>
        </p:nvSpPr>
        <p:spPr>
          <a:xfrm>
            <a:off x="1846734" y="5491971"/>
            <a:ext cx="54505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&lt;5</a:t>
            </a:r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초 녹음된 </a:t>
            </a:r>
            <a:r>
              <a:rPr lang="en-US" altLang="ko-KR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“output2.wav”</a:t>
            </a:r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 음성을 스피커로 출력함</a:t>
            </a:r>
            <a:r>
              <a:rPr lang="en-US" altLang="ko-KR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endParaRPr lang="ko-KR" altLang="en-US" b="1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1B51A02-E566-646E-81F5-D9CC2EE686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950" y="1196752"/>
            <a:ext cx="8638095" cy="186666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CDEE1A21-0B05-8220-10DF-2AC5FC4024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950" y="3078226"/>
            <a:ext cx="8638095" cy="204701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217675759"/>
      </p:ext>
    </p:extLst>
  </p:cSld>
  <p:clrMapOvr>
    <a:masterClrMapping/>
  </p:clrMapOvr>
  <p:transition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21CEF1-8A51-2DA0-6FCD-0785042B2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MicrophoneStream</a:t>
            </a:r>
            <a:r>
              <a:rPr lang="ko-KR" altLang="en-US" dirty="0"/>
              <a:t> 클래스 구현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80C5E5-D39F-B896-E57C-8BEA45165A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MicrophoneStream</a:t>
            </a:r>
            <a:r>
              <a:rPr lang="ko-KR" altLang="en-US" dirty="0"/>
              <a:t> 클래스</a:t>
            </a:r>
            <a:endParaRPr lang="en-US" altLang="ko-KR" dirty="0"/>
          </a:p>
          <a:p>
            <a:pPr lvl="1"/>
            <a:r>
              <a:rPr lang="ko-KR" altLang="en-US" dirty="0"/>
              <a:t>마이크로부터 음성 입력을 받는 동작을 클래스로 구현</a:t>
            </a:r>
            <a:endParaRPr lang="en-US" altLang="ko-KR" dirty="0"/>
          </a:p>
          <a:p>
            <a:pPr lvl="1"/>
            <a:r>
              <a:rPr lang="ko-KR" altLang="en-US" dirty="0"/>
              <a:t>필요할 때마다 호출하여 사용할 수 있음</a:t>
            </a:r>
            <a:endParaRPr lang="en-US" altLang="ko-KR" dirty="0"/>
          </a:p>
          <a:p>
            <a:pPr lvl="1"/>
            <a:r>
              <a:rPr lang="ko-KR" altLang="en-US" dirty="0"/>
              <a:t>후속 구글 음성 인식 예제에서 사용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70F7F81-8AFB-FD59-926D-313D29F142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41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9989EDC-7AC3-6E86-B7E8-CD5150D28B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9050" y="2780928"/>
            <a:ext cx="6805900" cy="366211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060893106"/>
      </p:ext>
    </p:extLst>
  </p:cSld>
  <p:clrMapOvr>
    <a:masterClrMapping/>
  </p:clrMapOvr>
  <p:transition>
    <p:diamond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21CEF1-8A51-2DA0-6FCD-0785042B2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MicrophoneStream</a:t>
            </a:r>
            <a:r>
              <a:rPr lang="ko-KR" altLang="en-US" dirty="0"/>
              <a:t> 클래스 구현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70F7F81-8AFB-FD59-926D-313D29F142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42</a:t>
            </a:fld>
            <a:endParaRPr lang="en-US" altLang="ko-KR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6DA788E-5DE1-F68D-7454-C272498950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608" y="956439"/>
            <a:ext cx="8150783" cy="550046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224118349"/>
      </p:ext>
    </p:extLst>
  </p:cSld>
  <p:clrMapOvr>
    <a:masterClrMapping/>
  </p:clrMapOvr>
  <p:transition>
    <p:diamond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21CEF1-8A51-2DA0-6FCD-0785042B2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MicrophoneStream</a:t>
            </a:r>
            <a:r>
              <a:rPr lang="ko-KR" altLang="en-US" dirty="0"/>
              <a:t> 클래스 구현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70F7F81-8AFB-FD59-926D-313D29F142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43</a:t>
            </a:fld>
            <a:endParaRPr lang="en-US" altLang="ko-KR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D0AEAFF-E061-C5ED-7B0F-37C06D626A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592" y="1196752"/>
            <a:ext cx="8148816" cy="158417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042107341"/>
      </p:ext>
    </p:extLst>
  </p:cSld>
  <p:clrMapOvr>
    <a:masterClrMapping/>
  </p:clrMapOvr>
  <p:transition>
    <p:diamond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21CEF1-8A51-2DA0-6FCD-0785042B2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MicrophoneStream</a:t>
            </a:r>
            <a:r>
              <a:rPr lang="ko-KR" altLang="en-US" dirty="0"/>
              <a:t> 클래스 구현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70F7F81-8AFB-FD59-926D-313D29F142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44</a:t>
            </a:fld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9D3D182-051A-E251-93C5-2C61B01CFE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5" y="1032963"/>
            <a:ext cx="6912770" cy="530279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F021B65A-4E16-C3B4-62D8-4BC6F2CF86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1234" y="5845524"/>
            <a:ext cx="3957662" cy="56538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660626603"/>
      </p:ext>
    </p:extLst>
  </p:cSld>
  <p:clrMapOvr>
    <a:masterClrMapping/>
  </p:clrMapOvr>
  <p:transition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21CEF1-8A51-2DA0-6FCD-0785042B2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6] </a:t>
            </a:r>
            <a:r>
              <a:rPr lang="ko-KR" altLang="en-US" dirty="0"/>
              <a:t>클래스 활용</a:t>
            </a:r>
            <a:r>
              <a:rPr lang="en-US" altLang="ko-KR" dirty="0"/>
              <a:t>, </a:t>
            </a:r>
            <a:r>
              <a:rPr lang="ko-KR" altLang="en-US" dirty="0"/>
              <a:t>음성 녹음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70F7F81-8AFB-FD59-926D-313D29F142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45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BFAD49D-4FA9-2E9A-6A7B-01DA4433D7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662" y="1052735"/>
            <a:ext cx="8906676" cy="475253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720348352"/>
      </p:ext>
    </p:extLst>
  </p:cSld>
  <p:clrMapOvr>
    <a:masterClrMapping/>
  </p:clrMapOvr>
  <p:transition>
    <p:diamond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21CEF1-8A51-2DA0-6FCD-0785042B2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MicrophoneStream</a:t>
            </a:r>
            <a:r>
              <a:rPr lang="ko-KR" altLang="en-US" dirty="0"/>
              <a:t> 클래스 활용</a:t>
            </a:r>
            <a:r>
              <a:rPr lang="en-US" altLang="ko-KR" dirty="0"/>
              <a:t>, </a:t>
            </a:r>
            <a:r>
              <a:rPr lang="ko-KR" altLang="en-US" dirty="0"/>
              <a:t>음성 녹음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70F7F81-8AFB-FD59-926D-313D29F142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46</a:t>
            </a:fld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7E7DAEE-C0D0-760A-F05B-B43233047D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895" y="1105067"/>
            <a:ext cx="8908210" cy="230425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grpSp>
        <p:nvGrpSpPr>
          <p:cNvPr id="12" name="그룹 11">
            <a:extLst>
              <a:ext uri="{FF2B5EF4-FFF2-40B4-BE49-F238E27FC236}">
                <a16:creationId xmlns:a16="http://schemas.microsoft.com/office/drawing/2014/main" id="{2ED24D67-1A3D-A74C-27E0-821DF9D561BD}"/>
              </a:ext>
            </a:extLst>
          </p:cNvPr>
          <p:cNvGrpSpPr/>
          <p:nvPr/>
        </p:nvGrpSpPr>
        <p:grpSpPr>
          <a:xfrm>
            <a:off x="117895" y="3637937"/>
            <a:ext cx="5641121" cy="1769262"/>
            <a:chOff x="83006" y="3603954"/>
            <a:chExt cx="8638095" cy="2633358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9ED799DE-4E60-530F-7B94-A1940740A04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006" y="4795714"/>
              <a:ext cx="7371428" cy="1380952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4538CCA1-6C39-94C1-7B59-481209AE67E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3006" y="3603954"/>
              <a:ext cx="8638095" cy="1019048"/>
            </a:xfrm>
            <a:prstGeom prst="rect">
              <a:avLst/>
            </a:prstGeom>
          </p:spPr>
        </p:pic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EC7EE7A2-4030-FCF1-67A2-CF07C12B7E48}"/>
                </a:ext>
              </a:extLst>
            </p:cNvPr>
            <p:cNvSpPr/>
            <p:nvPr/>
          </p:nvSpPr>
          <p:spPr>
            <a:xfrm>
              <a:off x="83006" y="3603954"/>
              <a:ext cx="8638095" cy="2633358"/>
            </a:xfrm>
            <a:prstGeom prst="rect">
              <a:avLst/>
            </a:prstGeom>
            <a:noFill/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4" name="그림 13">
            <a:extLst>
              <a:ext uri="{FF2B5EF4-FFF2-40B4-BE49-F238E27FC236}">
                <a16:creationId xmlns:a16="http://schemas.microsoft.com/office/drawing/2014/main" id="{E1B3AF44-68CA-C336-36B2-DAB175E339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2771" y="3637937"/>
            <a:ext cx="3133334" cy="232857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C4311FF6-D86F-F575-63A7-9C29278B5ED6}"/>
              </a:ext>
            </a:extLst>
          </p:cNvPr>
          <p:cNvSpPr/>
          <p:nvPr/>
        </p:nvSpPr>
        <p:spPr>
          <a:xfrm>
            <a:off x="7566519" y="5085184"/>
            <a:ext cx="432048" cy="432048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09B3F82-BEAE-DCC2-2888-7D8D0E4EA8D9}"/>
              </a:ext>
            </a:extLst>
          </p:cNvPr>
          <p:cNvSpPr txBox="1"/>
          <p:nvPr/>
        </p:nvSpPr>
        <p:spPr>
          <a:xfrm>
            <a:off x="107950" y="5460545"/>
            <a:ext cx="55771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프로그램을 시작하면 </a:t>
            </a:r>
            <a:r>
              <a:rPr lang="en-US" altLang="ko-KR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“output3.wav”</a:t>
            </a:r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 녹음이 시작되고</a:t>
            </a:r>
            <a:r>
              <a:rPr lang="en-US" altLang="ko-KR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</a:p>
          <a:p>
            <a:r>
              <a:rPr lang="en-US" altLang="ko-KR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‘^C’</a:t>
            </a:r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를 누르면 종료됨</a:t>
            </a:r>
            <a:r>
              <a:rPr lang="en-US" altLang="ko-KR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endParaRPr lang="ko-KR" altLang="en-US" b="1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3E2FC36-DD7E-4816-067C-AE4DD3199AA1}"/>
              </a:ext>
            </a:extLst>
          </p:cNvPr>
          <p:cNvSpPr txBox="1"/>
          <p:nvPr/>
        </p:nvSpPr>
        <p:spPr>
          <a:xfrm>
            <a:off x="148023" y="6151392"/>
            <a:ext cx="74097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터미널에서 </a:t>
            </a:r>
            <a:r>
              <a:rPr lang="en-US" altLang="ko-KR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python3 _05_PlayUsingCallback.py output3.wav</a:t>
            </a:r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 동작 확인</a:t>
            </a:r>
            <a:r>
              <a:rPr lang="en-US" altLang="ko-KR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endParaRPr lang="ko-KR" altLang="en-US" b="1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41899302"/>
      </p:ext>
    </p:extLst>
  </p:cSld>
  <p:clrMapOvr>
    <a:masterClrMapping/>
  </p:clrMapOvr>
  <p:transition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/>
      <p:bldP spid="17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FA0D9-7995-B081-0C8A-B05DD1522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345271CD-7A77-28EC-BCAA-588695834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단어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ABD9B75-0F7A-6319-EFDE-4178D47597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A63119-A075-4A06-B8B9-191AF54DF5F5}" type="slidenum">
              <a:rPr lang="en-US" altLang="ko-KR" smtClean="0"/>
              <a:pPr>
                <a:defRPr/>
              </a:pPr>
              <a:t>47</a:t>
            </a:fld>
            <a:endParaRPr lang="en-US" altLang="ko-KR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2086DE16-90C9-AE49-E22A-EDC4A81BEA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1887735"/>
              </p:ext>
            </p:extLst>
          </p:nvPr>
        </p:nvGraphicFramePr>
        <p:xfrm>
          <a:off x="76200" y="1124744"/>
          <a:ext cx="8991600" cy="4608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27448">
                  <a:extLst>
                    <a:ext uri="{9D8B030D-6E8A-4147-A177-3AD203B41FA5}">
                      <a16:colId xmlns:a16="http://schemas.microsoft.com/office/drawing/2014/main" val="2084030097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1758243546"/>
                    </a:ext>
                  </a:extLst>
                </a:gridCol>
                <a:gridCol w="1944216">
                  <a:extLst>
                    <a:ext uri="{9D8B030D-6E8A-4147-A177-3AD203B41FA5}">
                      <a16:colId xmlns:a16="http://schemas.microsoft.com/office/drawing/2014/main" val="4213770993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1929578807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1027970265"/>
                    </a:ext>
                  </a:extLst>
                </a:gridCol>
                <a:gridCol w="1831504">
                  <a:extLst>
                    <a:ext uri="{9D8B030D-6E8A-4147-A177-3AD203B41FA5}">
                      <a16:colId xmlns:a16="http://schemas.microsoft.com/office/drawing/2014/main" val="2562431446"/>
                    </a:ext>
                  </a:extLst>
                </a:gridCol>
              </a:tblGrid>
              <a:tr h="2304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단어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발음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뜻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단어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발음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뜻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7350912"/>
                  </a:ext>
                </a:extLst>
              </a:tr>
              <a:tr h="23042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active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information (info)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3212988"/>
                  </a:ext>
                </a:extLst>
              </a:tr>
              <a:tr h="23042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append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install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764335"/>
                  </a:ext>
                </a:extLst>
              </a:tr>
              <a:tr h="23042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block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interface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0230808"/>
                  </a:ext>
                </a:extLst>
              </a:tr>
              <a:tr h="23042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break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invoke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6034428"/>
                  </a:ext>
                </a:extLst>
              </a:tr>
              <a:tr h="23042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callback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join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2865739"/>
                  </a:ext>
                </a:extLst>
              </a:tr>
              <a:tr h="23042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channel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mute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5432432"/>
                  </a:ext>
                </a:extLst>
              </a:tr>
              <a:tr h="23042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chunk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profile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1565586"/>
                  </a:ext>
                </a:extLst>
              </a:tr>
              <a:tr h="23042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continue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range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739070"/>
                  </a:ext>
                </a:extLst>
              </a:tr>
              <a:tr h="23042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count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rate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8352029"/>
                  </a:ext>
                </a:extLst>
              </a:tr>
              <a:tr h="23042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duration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record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1520266"/>
                  </a:ext>
                </a:extLst>
              </a:tr>
              <a:tr h="23042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empty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sample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4389791"/>
                  </a:ext>
                </a:extLst>
              </a:tr>
              <a:tr h="23042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enter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select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1803691"/>
                  </a:ext>
                </a:extLst>
              </a:tr>
              <a:tr h="23042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fill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sleep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3829770"/>
                  </a:ext>
                </a:extLst>
              </a:tr>
              <a:tr h="23042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finish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stream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2039164"/>
                  </a:ext>
                </a:extLst>
              </a:tr>
              <a:tr h="23042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format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terminate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7977744"/>
                  </a:ext>
                </a:extLst>
              </a:tr>
              <a:tr h="23042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frame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trace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0275251"/>
                  </a:ext>
                </a:extLst>
              </a:tr>
              <a:tr h="23042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generator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while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7020529"/>
                  </a:ext>
                </a:extLst>
              </a:tr>
              <a:tr h="23042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handler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width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0087787"/>
                  </a:ext>
                </a:extLst>
              </a:tr>
              <a:tr h="23042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index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yield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83116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3709866"/>
      </p:ext>
    </p:extLst>
  </p:cSld>
  <p:clrMapOvr>
    <a:masterClrMapping/>
  </p:clrMapOvr>
  <p:transition advTm="65490">
    <p:diamond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A63119-A075-4A06-B8B9-191AF54DF5F5}" type="slidenum">
              <a:rPr lang="en-US" altLang="ko-KR" smtClean="0"/>
              <a:pPr>
                <a:defRPr/>
              </a:pPr>
              <a:t>48</a:t>
            </a:fld>
            <a:endParaRPr lang="en-US" altLang="ko-KR"/>
          </a:p>
        </p:txBody>
      </p:sp>
      <p:sp>
        <p:nvSpPr>
          <p:cNvPr id="7" name="제목 6">
            <a:extLst>
              <a:ext uri="{FF2B5EF4-FFF2-40B4-BE49-F238E27FC236}">
                <a16:creationId xmlns:a16="http://schemas.microsoft.com/office/drawing/2014/main" id="{FE33B466-54B1-F7CE-8366-E9CF8F379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용어</a:t>
            </a: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642680CE-94C2-D0A9-D98C-46A2049C74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6983788"/>
              </p:ext>
            </p:extLst>
          </p:nvPr>
        </p:nvGraphicFramePr>
        <p:xfrm>
          <a:off x="251520" y="1268760"/>
          <a:ext cx="8208912" cy="28083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3249332553"/>
                    </a:ext>
                  </a:extLst>
                </a:gridCol>
                <a:gridCol w="6840760">
                  <a:extLst>
                    <a:ext uri="{9D8B030D-6E8A-4147-A177-3AD203B41FA5}">
                      <a16:colId xmlns:a16="http://schemas.microsoft.com/office/drawing/2014/main" val="2837502995"/>
                    </a:ext>
                  </a:extLst>
                </a:gridCol>
              </a:tblGrid>
              <a:tr h="35103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용어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의미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5039465"/>
                  </a:ext>
                </a:extLst>
              </a:tr>
              <a:tr h="35103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buffer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0835041"/>
                  </a:ext>
                </a:extLst>
              </a:tr>
              <a:tr h="35103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endian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6988139"/>
                  </a:ext>
                </a:extLst>
              </a:tr>
              <a:tr h="35103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pyaudio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0169878"/>
                  </a:ext>
                </a:extLst>
              </a:tr>
              <a:tr h="35103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queue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7544017"/>
                  </a:ext>
                </a:extLst>
              </a:tr>
              <a:tr h="35103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register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9619126"/>
                  </a:ext>
                </a:extLst>
              </a:tr>
              <a:tr h="35103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sys.argv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9174501"/>
                  </a:ext>
                </a:extLst>
              </a:tr>
              <a:tr h="35103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wave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81659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9482417"/>
      </p:ext>
    </p:extLst>
  </p:cSld>
  <p:clrMapOvr>
    <a:masterClrMapping/>
  </p:clrMapOvr>
  <p:transition advTm="65490">
    <p:diamond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05DB94-80DB-4181-EC88-E586933D8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과제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ACD2C9-9181-3FCC-E0EE-3D1E9BF778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단계별 실행 과정을 촬영 혹은 캡처하여 제출</a:t>
            </a:r>
            <a:endParaRPr lang="en-US" altLang="ko-KR" dirty="0"/>
          </a:p>
          <a:p>
            <a:pPr lvl="1"/>
            <a:r>
              <a:rPr lang="ko-KR" altLang="en-US" dirty="0"/>
              <a:t>소스코드</a:t>
            </a:r>
            <a:r>
              <a:rPr lang="en-US" altLang="ko-KR" dirty="0"/>
              <a:t> </a:t>
            </a:r>
            <a:r>
              <a:rPr lang="ko-KR" altLang="en-US" dirty="0"/>
              <a:t>및 생성된 파일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도전과제</a:t>
            </a:r>
            <a:endParaRPr lang="en-US" altLang="ko-KR" dirty="0"/>
          </a:p>
          <a:p>
            <a:pPr lvl="1"/>
            <a:r>
              <a:rPr lang="ko-KR" altLang="en-US" dirty="0"/>
              <a:t>이번 주 도전과제는 없음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A7B75E5-CF9B-C501-369F-7BE5D8E8C7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49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4426209"/>
      </p:ext>
    </p:extLst>
  </p:cSld>
  <p:clrMapOvr>
    <a:masterClrMapping/>
  </p:clrMapOvr>
  <p:transition>
    <p:diamond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질의 응답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 dirty="0"/>
              <a:t>No question, no learning !!!</a:t>
            </a:r>
          </a:p>
          <a:p>
            <a:pPr eaLnBrk="1" hangingPunct="1">
              <a:defRPr/>
            </a:pPr>
            <a:r>
              <a:rPr lang="en-US" altLang="ko-KR" dirty="0"/>
              <a:t>No dumb question !!!</a:t>
            </a:r>
          </a:p>
          <a:p>
            <a:pPr eaLnBrk="1" hangingPunct="1">
              <a:defRPr/>
            </a:pPr>
            <a:r>
              <a:rPr lang="en-US" altLang="ko-KR" dirty="0"/>
              <a:t>I</a:t>
            </a:r>
            <a:r>
              <a:rPr lang="en-US" altLang="ko-KR" dirty="0">
                <a:latin typeface="Times New Roman" pitchFamily="18" charset="0"/>
              </a:rPr>
              <a:t>’</a:t>
            </a:r>
            <a:r>
              <a:rPr lang="en-US" altLang="ko-KR" dirty="0"/>
              <a:t>m here to be interrupted.</a:t>
            </a:r>
          </a:p>
          <a:p>
            <a:pPr eaLnBrk="1" hangingPunct="1">
              <a:defRPr/>
            </a:pPr>
            <a:r>
              <a:rPr lang="en-US" altLang="ko-KR" dirty="0"/>
              <a:t>I</a:t>
            </a:r>
            <a:r>
              <a:rPr lang="en-US" altLang="ko-KR" dirty="0">
                <a:latin typeface="Times New Roman" pitchFamily="18" charset="0"/>
              </a:rPr>
              <a:t>’</a:t>
            </a:r>
            <a:r>
              <a:rPr lang="en-US" altLang="ko-KR" dirty="0"/>
              <a:t>m an interrupt-driven professor.</a:t>
            </a:r>
          </a:p>
          <a:p>
            <a:pPr eaLnBrk="1" hangingPunct="1">
              <a:defRPr/>
            </a:pPr>
            <a:r>
              <a:rPr lang="en-US" altLang="ko-KR" dirty="0"/>
              <a:t>I teach less, </a:t>
            </a:r>
            <a:r>
              <a:rPr lang="en-US" altLang="ko-KR"/>
              <a:t>students learn more.</a:t>
            </a: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A63119-A075-4A06-B8B9-191AF54DF5F5}" type="slidenum">
              <a:rPr lang="en-US" altLang="ko-KR" smtClean="0"/>
              <a:pPr>
                <a:defRPr/>
              </a:pPr>
              <a:t>50</a:t>
            </a:fld>
            <a:endParaRPr lang="en-US" altLang="ko-KR"/>
          </a:p>
        </p:txBody>
      </p:sp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8938" y="3714750"/>
            <a:ext cx="2752725" cy="242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16055139"/>
      </p:ext>
    </p:extLst>
  </p:cSld>
  <p:clrMapOvr>
    <a:masterClrMapping/>
  </p:clrMapOvr>
  <p:transition>
    <p:diamond/>
  </p:transition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HY견고딕"/>
        <a:ea typeface="HY견고딕"/>
        <a:cs typeface=""/>
      </a:majorFont>
      <a:minorFont>
        <a:latin typeface="HY견고딕"/>
        <a:ea typeface="HY견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39138</TotalTime>
  <Words>1440</Words>
  <Application>Microsoft Office PowerPoint</Application>
  <PresentationFormat>화면 슬라이드 쇼(4:3)</PresentationFormat>
  <Paragraphs>321</Paragraphs>
  <Slides>50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50</vt:i4>
      </vt:variant>
    </vt:vector>
  </HeadingPairs>
  <TitlesOfParts>
    <vt:vector size="62" baseType="lpstr">
      <vt:lpstr>HY견고딕</vt:lpstr>
      <vt:lpstr>STXingkai</vt:lpstr>
      <vt:lpstr>Whitney</vt:lpstr>
      <vt:lpstr>굴림</vt:lpstr>
      <vt:lpstr>맑은 고딕</vt:lpstr>
      <vt:lpstr>휴먼엑스포</vt:lpstr>
      <vt:lpstr>휴먼편지체</vt:lpstr>
      <vt:lpstr>Arial</vt:lpstr>
      <vt:lpstr>Oswald Light</vt:lpstr>
      <vt:lpstr>Times New Roman</vt:lpstr>
      <vt:lpstr>Wingdings</vt:lpstr>
      <vt:lpstr>기본 디자인</vt:lpstr>
      <vt:lpstr>11강. 오디오 활용 (마이크 및 스피커)</vt:lpstr>
      <vt:lpstr>PowerPoint 프레젠테이션</vt:lpstr>
      <vt:lpstr>생각 더하기</vt:lpstr>
      <vt:lpstr>학습목표</vt:lpstr>
      <vt:lpstr>마이크 및 스피커 설정</vt:lpstr>
      <vt:lpstr>스피커 및 마이크 장착</vt:lpstr>
      <vt:lpstr>스피커 및 마이크 설정</vt:lpstr>
      <vt:lpstr>장치목록 구하기</vt:lpstr>
      <vt:lpstr>장치목록 구하기</vt:lpstr>
      <vt:lpstr>스피커 및 마이크 설정</vt:lpstr>
      <vt:lpstr>[참고] 기본 음성장치 설정(1)</vt:lpstr>
      <vt:lpstr>[참고] 기본 음성장치 설정(2)</vt:lpstr>
      <vt:lpstr>스피커 출력 테스트</vt:lpstr>
      <vt:lpstr>마이크 입력 테스트</vt:lpstr>
      <vt:lpstr>마이크 입력 테스트</vt:lpstr>
      <vt:lpstr>pyaudio 설치</vt:lpstr>
      <vt:lpstr>[참고] 오디오 장치 목록 구하기 (2022)</vt:lpstr>
      <vt:lpstr>[실습1] 오디오 장치 목록 구하기</vt:lpstr>
      <vt:lpstr>[실습1] 오디오 장치 목록 구하기</vt:lpstr>
      <vt:lpstr>[실습2] 오디오 입력 녹음 – Blocking Mode</vt:lpstr>
      <vt:lpstr>[실습2] 오디오 입력 녹음 – Blocking Mode</vt:lpstr>
      <vt:lpstr>[실습2] 오디오 입력 녹음 – Blocking Mode</vt:lpstr>
      <vt:lpstr>파이선 명령인수값 받는 방법</vt:lpstr>
      <vt:lpstr>[실습3] 녹음된 음성 재생 – Blocking Mode </vt:lpstr>
      <vt:lpstr>[실습3] 녹음된 음성 재생 – Blocking Mode </vt:lpstr>
      <vt:lpstr>[실습3] 녹음된 음성 재생 – Blocking Mode </vt:lpstr>
      <vt:lpstr>PowerPoint 프레젠테이션</vt:lpstr>
      <vt:lpstr>WAVE 파일 구조</vt:lpstr>
      <vt:lpstr>endian</vt:lpstr>
      <vt:lpstr>WAVE 파일 구조</vt:lpstr>
      <vt:lpstr>WAVE 파일 구조</vt:lpstr>
      <vt:lpstr>WAVE 파일 구조</vt:lpstr>
      <vt:lpstr>Callback 모드</vt:lpstr>
      <vt:lpstr>[실습4] 오디오 입력 녹음 – Callback Mode </vt:lpstr>
      <vt:lpstr>[실습4] 오디오 입력 녹음 – Callback Mode </vt:lpstr>
      <vt:lpstr>[실습4] 오디오 입력 녹음 – Callback Mode </vt:lpstr>
      <vt:lpstr>[실습4] 오디오 입력 녹음 – Callback Mode </vt:lpstr>
      <vt:lpstr>[실습5] 녹음파일 스피커출력 – Callback Mode </vt:lpstr>
      <vt:lpstr>[실습5] 녹음파일 스피커출력 – Callback Mode </vt:lpstr>
      <vt:lpstr>[실습5] 녹음파일 스피커출력 – Callback Mode </vt:lpstr>
      <vt:lpstr>MicrophoneStream 클래스 구현</vt:lpstr>
      <vt:lpstr>MicrophoneStream 클래스 구현</vt:lpstr>
      <vt:lpstr>MicrophoneStream 클래스 구현</vt:lpstr>
      <vt:lpstr>MicrophoneStream 클래스 구현</vt:lpstr>
      <vt:lpstr>[실습6] 클래스 활용, 음성 녹음</vt:lpstr>
      <vt:lpstr>MicrophoneStream 클래스 활용, 음성 녹음</vt:lpstr>
      <vt:lpstr>단어</vt:lpstr>
      <vt:lpstr>용어</vt:lpstr>
      <vt:lpstr>과제</vt:lpstr>
      <vt:lpstr>질의 응답</vt:lpstr>
    </vt:vector>
  </TitlesOfParts>
  <Company>두원공과대학 인터넷프로그래밍과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김형래</dc:creator>
  <cp:lastModifiedBy>김형래</cp:lastModifiedBy>
  <cp:revision>562</cp:revision>
  <dcterms:created xsi:type="dcterms:W3CDTF">2003-05-07T20:17:23Z</dcterms:created>
  <dcterms:modified xsi:type="dcterms:W3CDTF">2025-11-06T07:12:01Z</dcterms:modified>
</cp:coreProperties>
</file>